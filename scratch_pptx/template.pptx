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8" r:id="rId5"/>
    <p:sldId id="2076136823" r:id="rId6"/>
    <p:sldId id="319" r:id="rId7"/>
    <p:sldId id="2076136825" r:id="rId8"/>
    <p:sldId id="2076136824" r:id="rId9"/>
    <p:sldId id="297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E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4CB51C-8145-F44C-BA54-57C40CB0F2FB}" v="24" dt="2022-12-18T09:12:48.430"/>
    <p1510:client id="{2CB59309-88A8-7645-9A55-9E89103CCD41}" v="24" dt="2022-12-17T18:15:24.3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15"/>
    <p:restoredTop sz="94707"/>
  </p:normalViewPr>
  <p:slideViewPr>
    <p:cSldViewPr snapToGrid="0" snapToObjects="1">
      <p:cViewPr varScale="1">
        <p:scale>
          <a:sx n="78" d="100"/>
          <a:sy n="78" d="100"/>
        </p:scale>
        <p:origin x="991" y="4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욱 김" userId="6ad1e3ca-699d-4e83-b590-3f083b3f3332" providerId="ADAL" clId="{184CB51C-8145-F44C-BA54-57C40CB0F2FB}"/>
    <pc:docChg chg="custSel addSld delSld modSld">
      <pc:chgData name="영욱 김" userId="6ad1e3ca-699d-4e83-b590-3f083b3f3332" providerId="ADAL" clId="{184CB51C-8145-F44C-BA54-57C40CB0F2FB}" dt="2022-12-18T09:12:52.747" v="437" actId="1076"/>
      <pc:docMkLst>
        <pc:docMk/>
      </pc:docMkLst>
      <pc:sldChg chg="delSp modSp mod">
        <pc:chgData name="영욱 김" userId="6ad1e3ca-699d-4e83-b590-3f083b3f3332" providerId="ADAL" clId="{184CB51C-8145-F44C-BA54-57C40CB0F2FB}" dt="2022-12-17T18:56:41.965" v="12" actId="478"/>
        <pc:sldMkLst>
          <pc:docMk/>
          <pc:sldMk cId="3402051572" sldId="258"/>
        </pc:sldMkLst>
        <pc:spChg chg="mod">
          <ac:chgData name="영욱 김" userId="6ad1e3ca-699d-4e83-b590-3f083b3f3332" providerId="ADAL" clId="{184CB51C-8145-F44C-BA54-57C40CB0F2FB}" dt="2022-12-17T18:56:37.926" v="11" actId="20577"/>
          <ac:spMkLst>
            <pc:docMk/>
            <pc:sldMk cId="3402051572" sldId="258"/>
            <ac:spMk id="5" creationId="{86EF36D9-41B5-0D4F-B112-66548CF4C39C}"/>
          </ac:spMkLst>
        </pc:spChg>
        <pc:spChg chg="del">
          <ac:chgData name="영욱 김" userId="6ad1e3ca-699d-4e83-b590-3f083b3f3332" providerId="ADAL" clId="{184CB51C-8145-F44C-BA54-57C40CB0F2FB}" dt="2022-12-17T18:56:41.965" v="12" actId="478"/>
          <ac:spMkLst>
            <pc:docMk/>
            <pc:sldMk cId="3402051572" sldId="258"/>
            <ac:spMk id="7" creationId="{EDCD5A6B-0C88-6945-89D8-41BF3E893913}"/>
          </ac:spMkLst>
        </pc:spChg>
      </pc:sldChg>
      <pc:sldChg chg="modSp mod">
        <pc:chgData name="영욱 김" userId="6ad1e3ca-699d-4e83-b590-3f083b3f3332" providerId="ADAL" clId="{184CB51C-8145-F44C-BA54-57C40CB0F2FB}" dt="2022-12-17T18:57:01.409" v="58" actId="20577"/>
        <pc:sldMkLst>
          <pc:docMk/>
          <pc:sldMk cId="2889706060" sldId="259"/>
        </pc:sldMkLst>
        <pc:spChg chg="mod">
          <ac:chgData name="영욱 김" userId="6ad1e3ca-699d-4e83-b590-3f083b3f3332" providerId="ADAL" clId="{184CB51C-8145-F44C-BA54-57C40CB0F2FB}" dt="2022-12-17T18:57:01.409" v="58" actId="20577"/>
          <ac:spMkLst>
            <pc:docMk/>
            <pc:sldMk cId="2889706060" sldId="259"/>
            <ac:spMk id="2" creationId="{A3B83649-453D-39E9-2710-4FA6C12827B0}"/>
          </ac:spMkLst>
        </pc:spChg>
      </pc:sldChg>
      <pc:sldChg chg="add">
        <pc:chgData name="영욱 김" userId="6ad1e3ca-699d-4e83-b590-3f083b3f3332" providerId="ADAL" clId="{184CB51C-8145-F44C-BA54-57C40CB0F2FB}" dt="2022-12-17T20:05:15.161" v="343"/>
        <pc:sldMkLst>
          <pc:docMk/>
          <pc:sldMk cId="0" sldId="260"/>
        </pc:sldMkLst>
      </pc:sldChg>
      <pc:sldChg chg="addSp modSp add mod">
        <pc:chgData name="영욱 김" userId="6ad1e3ca-699d-4e83-b590-3f083b3f3332" providerId="ADAL" clId="{184CB51C-8145-F44C-BA54-57C40CB0F2FB}" dt="2022-12-18T09:09:31.535" v="394" actId="404"/>
        <pc:sldMkLst>
          <pc:docMk/>
          <pc:sldMk cId="181802554" sldId="265"/>
        </pc:sldMkLst>
        <pc:spChg chg="add mod">
          <ac:chgData name="영욱 김" userId="6ad1e3ca-699d-4e83-b590-3f083b3f3332" providerId="ADAL" clId="{184CB51C-8145-F44C-BA54-57C40CB0F2FB}" dt="2022-12-18T09:09:31.535" v="394" actId="404"/>
          <ac:spMkLst>
            <pc:docMk/>
            <pc:sldMk cId="181802554" sldId="265"/>
            <ac:spMk id="2" creationId="{F6C5CFC4-0AD8-E45F-2573-EA6DEF6F767E}"/>
          </ac:spMkLst>
        </pc:spChg>
      </pc:sldChg>
      <pc:sldChg chg="add del">
        <pc:chgData name="영욱 김" userId="6ad1e3ca-699d-4e83-b590-3f083b3f3332" providerId="ADAL" clId="{184CB51C-8145-F44C-BA54-57C40CB0F2FB}" dt="2022-12-17T20:04:17.998" v="335" actId="2696"/>
        <pc:sldMkLst>
          <pc:docMk/>
          <pc:sldMk cId="3138653098" sldId="265"/>
        </pc:sldMkLst>
      </pc:sldChg>
      <pc:sldChg chg="add">
        <pc:chgData name="영욱 김" userId="6ad1e3ca-699d-4e83-b590-3f083b3f3332" providerId="ADAL" clId="{184CB51C-8145-F44C-BA54-57C40CB0F2FB}" dt="2022-12-17T20:05:15.161" v="343"/>
        <pc:sldMkLst>
          <pc:docMk/>
          <pc:sldMk cId="1701114538" sldId="316"/>
        </pc:sldMkLst>
      </pc:sldChg>
      <pc:sldChg chg="add del">
        <pc:chgData name="영욱 김" userId="6ad1e3ca-699d-4e83-b590-3f083b3f3332" providerId="ADAL" clId="{184CB51C-8145-F44C-BA54-57C40CB0F2FB}" dt="2022-12-17T20:05:28.089" v="344" actId="2696"/>
        <pc:sldMkLst>
          <pc:docMk/>
          <pc:sldMk cId="3192821226" sldId="318"/>
        </pc:sldMkLst>
      </pc:sldChg>
      <pc:sldChg chg="add">
        <pc:chgData name="영욱 김" userId="6ad1e3ca-699d-4e83-b590-3f083b3f3332" providerId="ADAL" clId="{184CB51C-8145-F44C-BA54-57C40CB0F2FB}" dt="2022-12-17T20:05:15.161" v="343"/>
        <pc:sldMkLst>
          <pc:docMk/>
          <pc:sldMk cId="3418154966" sldId="319"/>
        </pc:sldMkLst>
      </pc:sldChg>
      <pc:sldChg chg="add del">
        <pc:chgData name="영욱 김" userId="6ad1e3ca-699d-4e83-b590-3f083b3f3332" providerId="ADAL" clId="{184CB51C-8145-F44C-BA54-57C40CB0F2FB}" dt="2022-12-17T20:05:35.364" v="345" actId="2696"/>
        <pc:sldMkLst>
          <pc:docMk/>
          <pc:sldMk cId="777463023" sldId="320"/>
        </pc:sldMkLst>
      </pc:sldChg>
      <pc:sldChg chg="add del">
        <pc:chgData name="영욱 김" userId="6ad1e3ca-699d-4e83-b590-3f083b3f3332" providerId="ADAL" clId="{184CB51C-8145-F44C-BA54-57C40CB0F2FB}" dt="2022-12-17T20:05:35.364" v="345" actId="2696"/>
        <pc:sldMkLst>
          <pc:docMk/>
          <pc:sldMk cId="1704648404" sldId="321"/>
        </pc:sldMkLst>
      </pc:sldChg>
      <pc:sldChg chg="add del">
        <pc:chgData name="영욱 김" userId="6ad1e3ca-699d-4e83-b590-3f083b3f3332" providerId="ADAL" clId="{184CB51C-8145-F44C-BA54-57C40CB0F2FB}" dt="2022-12-17T20:05:35.364" v="345" actId="2696"/>
        <pc:sldMkLst>
          <pc:docMk/>
          <pc:sldMk cId="1293580184" sldId="322"/>
        </pc:sldMkLst>
      </pc:sldChg>
      <pc:sldChg chg="add del">
        <pc:chgData name="영욱 김" userId="6ad1e3ca-699d-4e83-b590-3f083b3f3332" providerId="ADAL" clId="{184CB51C-8145-F44C-BA54-57C40CB0F2FB}" dt="2022-12-17T20:04:01.543" v="334"/>
        <pc:sldMkLst>
          <pc:docMk/>
          <pc:sldMk cId="3352988690" sldId="323"/>
        </pc:sldMkLst>
      </pc:sldChg>
      <pc:sldChg chg="add del">
        <pc:chgData name="영욱 김" userId="6ad1e3ca-699d-4e83-b590-3f083b3f3332" providerId="ADAL" clId="{184CB51C-8145-F44C-BA54-57C40CB0F2FB}" dt="2022-12-17T20:04:01.543" v="334"/>
        <pc:sldMkLst>
          <pc:docMk/>
          <pc:sldMk cId="969017413" sldId="324"/>
        </pc:sldMkLst>
      </pc:sldChg>
      <pc:sldChg chg="addSp modSp add del mod">
        <pc:chgData name="영욱 김" userId="6ad1e3ca-699d-4e83-b590-3f083b3f3332" providerId="ADAL" clId="{184CB51C-8145-F44C-BA54-57C40CB0F2FB}" dt="2022-12-18T09:09:57.854" v="420" actId="20577"/>
        <pc:sldMkLst>
          <pc:docMk/>
          <pc:sldMk cId="2630784773" sldId="325"/>
        </pc:sldMkLst>
        <pc:spChg chg="add mod">
          <ac:chgData name="영욱 김" userId="6ad1e3ca-699d-4e83-b590-3f083b3f3332" providerId="ADAL" clId="{184CB51C-8145-F44C-BA54-57C40CB0F2FB}" dt="2022-12-18T09:09:57.854" v="420" actId="20577"/>
          <ac:spMkLst>
            <pc:docMk/>
            <pc:sldMk cId="2630784773" sldId="325"/>
            <ac:spMk id="2" creationId="{120766F8-9621-18A6-DE89-5A359B6EDB62}"/>
          </ac:spMkLst>
        </pc:spChg>
      </pc:sldChg>
      <pc:sldChg chg="add del">
        <pc:chgData name="영욱 김" userId="6ad1e3ca-699d-4e83-b590-3f083b3f3332" providerId="ADAL" clId="{184CB51C-8145-F44C-BA54-57C40CB0F2FB}" dt="2022-12-17T20:04:59.993" v="341"/>
        <pc:sldMkLst>
          <pc:docMk/>
          <pc:sldMk cId="2864923468" sldId="326"/>
        </pc:sldMkLst>
      </pc:sldChg>
      <pc:sldChg chg="add">
        <pc:chgData name="영욱 김" userId="6ad1e3ca-699d-4e83-b590-3f083b3f3332" providerId="ADAL" clId="{184CB51C-8145-F44C-BA54-57C40CB0F2FB}" dt="2022-12-17T20:05:15.161" v="343"/>
        <pc:sldMkLst>
          <pc:docMk/>
          <pc:sldMk cId="3093535218" sldId="327"/>
        </pc:sldMkLst>
      </pc:sldChg>
      <pc:sldChg chg="add">
        <pc:chgData name="영욱 김" userId="6ad1e3ca-699d-4e83-b590-3f083b3f3332" providerId="ADAL" clId="{184CB51C-8145-F44C-BA54-57C40CB0F2FB}" dt="2022-12-17T20:05:15.161" v="343"/>
        <pc:sldMkLst>
          <pc:docMk/>
          <pc:sldMk cId="3627269233" sldId="328"/>
        </pc:sldMkLst>
      </pc:sldChg>
      <pc:sldChg chg="add del">
        <pc:chgData name="영욱 김" userId="6ad1e3ca-699d-4e83-b590-3f083b3f3332" providerId="ADAL" clId="{184CB51C-8145-F44C-BA54-57C40CB0F2FB}" dt="2022-12-17T20:05:40.859" v="347" actId="2696"/>
        <pc:sldMkLst>
          <pc:docMk/>
          <pc:sldMk cId="919360720" sldId="329"/>
        </pc:sldMkLst>
      </pc:sldChg>
      <pc:sldChg chg="add del">
        <pc:chgData name="영욱 김" userId="6ad1e3ca-699d-4e83-b590-3f083b3f3332" providerId="ADAL" clId="{184CB51C-8145-F44C-BA54-57C40CB0F2FB}" dt="2022-12-17T20:05:44.887" v="348" actId="2696"/>
        <pc:sldMkLst>
          <pc:docMk/>
          <pc:sldMk cId="2525011687" sldId="330"/>
        </pc:sldMkLst>
      </pc:sldChg>
      <pc:sldChg chg="add del">
        <pc:chgData name="영욱 김" userId="6ad1e3ca-699d-4e83-b590-3f083b3f3332" providerId="ADAL" clId="{184CB51C-8145-F44C-BA54-57C40CB0F2FB}" dt="2022-12-17T20:05:44.887" v="348" actId="2696"/>
        <pc:sldMkLst>
          <pc:docMk/>
          <pc:sldMk cId="3712495994" sldId="331"/>
        </pc:sldMkLst>
      </pc:sldChg>
      <pc:sldChg chg="addSp modSp add mod">
        <pc:chgData name="영욱 김" userId="6ad1e3ca-699d-4e83-b590-3f083b3f3332" providerId="ADAL" clId="{184CB51C-8145-F44C-BA54-57C40CB0F2FB}" dt="2022-12-18T09:11:24.206" v="427" actId="14100"/>
        <pc:sldMkLst>
          <pc:docMk/>
          <pc:sldMk cId="1827494777" sldId="332"/>
        </pc:sldMkLst>
        <pc:spChg chg="add mod">
          <ac:chgData name="영욱 김" userId="6ad1e3ca-699d-4e83-b590-3f083b3f3332" providerId="ADAL" clId="{184CB51C-8145-F44C-BA54-57C40CB0F2FB}" dt="2022-12-18T09:11:24.206" v="427" actId="14100"/>
          <ac:spMkLst>
            <pc:docMk/>
            <pc:sldMk cId="1827494777" sldId="332"/>
            <ac:spMk id="3" creationId="{FDD8B9FE-77DD-9906-5CBA-C204C048AF80}"/>
          </ac:spMkLst>
        </pc:spChg>
      </pc:sldChg>
      <pc:sldChg chg="add del">
        <pc:chgData name="영욱 김" userId="6ad1e3ca-699d-4e83-b590-3f083b3f3332" providerId="ADAL" clId="{184CB51C-8145-F44C-BA54-57C40CB0F2FB}" dt="2022-12-17T20:04:01.543" v="334"/>
        <pc:sldMkLst>
          <pc:docMk/>
          <pc:sldMk cId="2653101159" sldId="333"/>
        </pc:sldMkLst>
      </pc:sldChg>
      <pc:sldChg chg="add del">
        <pc:chgData name="영욱 김" userId="6ad1e3ca-699d-4e83-b590-3f083b3f3332" providerId="ADAL" clId="{184CB51C-8145-F44C-BA54-57C40CB0F2FB}" dt="2022-12-17T20:04:01.543" v="334"/>
        <pc:sldMkLst>
          <pc:docMk/>
          <pc:sldMk cId="1856006657" sldId="334"/>
        </pc:sldMkLst>
      </pc:sldChg>
      <pc:sldChg chg="add del">
        <pc:chgData name="영욱 김" userId="6ad1e3ca-699d-4e83-b590-3f083b3f3332" providerId="ADAL" clId="{184CB51C-8145-F44C-BA54-57C40CB0F2FB}" dt="2022-12-17T20:04:17.998" v="335" actId="2696"/>
        <pc:sldMkLst>
          <pc:docMk/>
          <pc:sldMk cId="1674644317" sldId="335"/>
        </pc:sldMkLst>
      </pc:sldChg>
      <pc:sldChg chg="add">
        <pc:chgData name="영욱 김" userId="6ad1e3ca-699d-4e83-b590-3f083b3f3332" providerId="ADAL" clId="{184CB51C-8145-F44C-BA54-57C40CB0F2FB}" dt="2022-12-17T20:04:20.482" v="336"/>
        <pc:sldMkLst>
          <pc:docMk/>
          <pc:sldMk cId="3671900405" sldId="335"/>
        </pc:sldMkLst>
      </pc:sldChg>
      <pc:sldChg chg="addSp delSp modSp add del mod">
        <pc:chgData name="영욱 김" userId="6ad1e3ca-699d-4e83-b590-3f083b3f3332" providerId="ADAL" clId="{184CB51C-8145-F44C-BA54-57C40CB0F2FB}" dt="2022-12-18T09:08:47.586" v="353" actId="1076"/>
        <pc:sldMkLst>
          <pc:docMk/>
          <pc:sldMk cId="986868390" sldId="336"/>
        </pc:sldMkLst>
        <pc:spChg chg="add mod">
          <ac:chgData name="영욱 김" userId="6ad1e3ca-699d-4e83-b590-3f083b3f3332" providerId="ADAL" clId="{184CB51C-8145-F44C-BA54-57C40CB0F2FB}" dt="2022-12-18T09:08:47.586" v="353" actId="1076"/>
          <ac:spMkLst>
            <pc:docMk/>
            <pc:sldMk cId="986868390" sldId="336"/>
            <ac:spMk id="3" creationId="{8212AA4B-5041-3E6D-206D-6FAE16384DED}"/>
          </ac:spMkLst>
        </pc:spChg>
        <pc:picChg chg="add">
          <ac:chgData name="영욱 김" userId="6ad1e3ca-699d-4e83-b590-3f083b3f3332" providerId="ADAL" clId="{184CB51C-8145-F44C-BA54-57C40CB0F2FB}" dt="2022-12-18T09:08:37.996" v="351"/>
          <ac:picMkLst>
            <pc:docMk/>
            <pc:sldMk cId="986868390" sldId="336"/>
            <ac:picMk id="1026" creationId="{07F91E65-F75A-1CD9-CFE1-A8F3BB376489}"/>
          </ac:picMkLst>
        </pc:picChg>
        <pc:picChg chg="del">
          <ac:chgData name="영욱 김" userId="6ad1e3ca-699d-4e83-b590-3f083b3f3332" providerId="ADAL" clId="{184CB51C-8145-F44C-BA54-57C40CB0F2FB}" dt="2022-12-18T09:08:36.427" v="350" actId="478"/>
          <ac:picMkLst>
            <pc:docMk/>
            <pc:sldMk cId="986868390" sldId="336"/>
            <ac:picMk id="12294" creationId="{C13B408A-375A-FA47-B3C7-6023D2EDC457}"/>
          </ac:picMkLst>
        </pc:picChg>
      </pc:sldChg>
      <pc:sldChg chg="add del">
        <pc:chgData name="영욱 김" userId="6ad1e3ca-699d-4e83-b590-3f083b3f3332" providerId="ADAL" clId="{184CB51C-8145-F44C-BA54-57C40CB0F2FB}" dt="2022-12-17T20:05:50.158" v="349" actId="2696"/>
        <pc:sldMkLst>
          <pc:docMk/>
          <pc:sldMk cId="2837442863" sldId="344"/>
        </pc:sldMkLst>
      </pc:sldChg>
      <pc:sldChg chg="add">
        <pc:chgData name="영욱 김" userId="6ad1e3ca-699d-4e83-b590-3f083b3f3332" providerId="ADAL" clId="{184CB51C-8145-F44C-BA54-57C40CB0F2FB}" dt="2022-12-17T20:05:15.161" v="343"/>
        <pc:sldMkLst>
          <pc:docMk/>
          <pc:sldMk cId="713499545" sldId="365"/>
        </pc:sldMkLst>
      </pc:sldChg>
      <pc:sldChg chg="add">
        <pc:chgData name="영욱 김" userId="6ad1e3ca-699d-4e83-b590-3f083b3f3332" providerId="ADAL" clId="{184CB51C-8145-F44C-BA54-57C40CB0F2FB}" dt="2022-12-17T20:05:15.161" v="343"/>
        <pc:sldMkLst>
          <pc:docMk/>
          <pc:sldMk cId="2893591439" sldId="366"/>
        </pc:sldMkLst>
      </pc:sldChg>
      <pc:sldChg chg="add">
        <pc:chgData name="영욱 김" userId="6ad1e3ca-699d-4e83-b590-3f083b3f3332" providerId="ADAL" clId="{184CB51C-8145-F44C-BA54-57C40CB0F2FB}" dt="2022-12-17T20:05:15.161" v="343"/>
        <pc:sldMkLst>
          <pc:docMk/>
          <pc:sldMk cId="2545809012" sldId="367"/>
        </pc:sldMkLst>
      </pc:sldChg>
      <pc:sldChg chg="add del">
        <pc:chgData name="영욱 김" userId="6ad1e3ca-699d-4e83-b590-3f083b3f3332" providerId="ADAL" clId="{184CB51C-8145-F44C-BA54-57C40CB0F2FB}" dt="2022-12-17T20:05:50.158" v="349" actId="2696"/>
        <pc:sldMkLst>
          <pc:docMk/>
          <pc:sldMk cId="3426851804" sldId="368"/>
        </pc:sldMkLst>
      </pc:sldChg>
      <pc:sldChg chg="add">
        <pc:chgData name="영욱 김" userId="6ad1e3ca-699d-4e83-b590-3f083b3f3332" providerId="ADAL" clId="{184CB51C-8145-F44C-BA54-57C40CB0F2FB}" dt="2022-12-17T20:05:15.161" v="343"/>
        <pc:sldMkLst>
          <pc:docMk/>
          <pc:sldMk cId="933542387" sldId="369"/>
        </pc:sldMkLst>
      </pc:sldChg>
      <pc:sldChg chg="del">
        <pc:chgData name="영욱 김" userId="6ad1e3ca-699d-4e83-b590-3f083b3f3332" providerId="ADAL" clId="{184CB51C-8145-F44C-BA54-57C40CB0F2FB}" dt="2022-12-17T18:58:41.767" v="237" actId="2696"/>
        <pc:sldMkLst>
          <pc:docMk/>
          <pc:sldMk cId="2961506866" sldId="1729"/>
        </pc:sldMkLst>
      </pc:sldChg>
      <pc:sldChg chg="del">
        <pc:chgData name="영욱 김" userId="6ad1e3ca-699d-4e83-b590-3f083b3f3332" providerId="ADAL" clId="{184CB51C-8145-F44C-BA54-57C40CB0F2FB}" dt="2022-12-17T18:58:41.767" v="237" actId="2696"/>
        <pc:sldMkLst>
          <pc:docMk/>
          <pc:sldMk cId="1815193936" sldId="1792"/>
        </pc:sldMkLst>
      </pc:sldChg>
      <pc:sldChg chg="del">
        <pc:chgData name="영욱 김" userId="6ad1e3ca-699d-4e83-b590-3f083b3f3332" providerId="ADAL" clId="{184CB51C-8145-F44C-BA54-57C40CB0F2FB}" dt="2022-12-17T18:57:33.991" v="114" actId="2696"/>
        <pc:sldMkLst>
          <pc:docMk/>
          <pc:sldMk cId="820348594" sldId="1836"/>
        </pc:sldMkLst>
      </pc:sldChg>
      <pc:sldChg chg="del">
        <pc:chgData name="영욱 김" userId="6ad1e3ca-699d-4e83-b590-3f083b3f3332" providerId="ADAL" clId="{184CB51C-8145-F44C-BA54-57C40CB0F2FB}" dt="2022-12-17T18:57:33.991" v="114" actId="2696"/>
        <pc:sldMkLst>
          <pc:docMk/>
          <pc:sldMk cId="1079604497" sldId="1838"/>
        </pc:sldMkLst>
      </pc:sldChg>
      <pc:sldChg chg="del">
        <pc:chgData name="영욱 김" userId="6ad1e3ca-699d-4e83-b590-3f083b3f3332" providerId="ADAL" clId="{184CB51C-8145-F44C-BA54-57C40CB0F2FB}" dt="2022-12-17T18:57:33.991" v="114" actId="2696"/>
        <pc:sldMkLst>
          <pc:docMk/>
          <pc:sldMk cId="1759241916" sldId="1839"/>
        </pc:sldMkLst>
      </pc:sldChg>
      <pc:sldChg chg="del">
        <pc:chgData name="영욱 김" userId="6ad1e3ca-699d-4e83-b590-3f083b3f3332" providerId="ADAL" clId="{184CB51C-8145-F44C-BA54-57C40CB0F2FB}" dt="2022-12-17T18:57:33.991" v="114" actId="2696"/>
        <pc:sldMkLst>
          <pc:docMk/>
          <pc:sldMk cId="297414917" sldId="1841"/>
        </pc:sldMkLst>
      </pc:sldChg>
      <pc:sldChg chg="del">
        <pc:chgData name="영욱 김" userId="6ad1e3ca-699d-4e83-b590-3f083b3f3332" providerId="ADAL" clId="{184CB51C-8145-F44C-BA54-57C40CB0F2FB}" dt="2022-12-17T18:57:33.991" v="114" actId="2696"/>
        <pc:sldMkLst>
          <pc:docMk/>
          <pc:sldMk cId="403033354" sldId="1842"/>
        </pc:sldMkLst>
      </pc:sldChg>
      <pc:sldChg chg="del">
        <pc:chgData name="영욱 김" userId="6ad1e3ca-699d-4e83-b590-3f083b3f3332" providerId="ADAL" clId="{184CB51C-8145-F44C-BA54-57C40CB0F2FB}" dt="2022-12-17T18:57:33.991" v="114" actId="2696"/>
        <pc:sldMkLst>
          <pc:docMk/>
          <pc:sldMk cId="2336872636" sldId="1843"/>
        </pc:sldMkLst>
      </pc:sldChg>
      <pc:sldChg chg="del">
        <pc:chgData name="영욱 김" userId="6ad1e3ca-699d-4e83-b590-3f083b3f3332" providerId="ADAL" clId="{184CB51C-8145-F44C-BA54-57C40CB0F2FB}" dt="2022-12-17T18:57:33.991" v="114" actId="2696"/>
        <pc:sldMkLst>
          <pc:docMk/>
          <pc:sldMk cId="1754283370" sldId="1845"/>
        </pc:sldMkLst>
      </pc:sldChg>
      <pc:sldChg chg="del">
        <pc:chgData name="영욱 김" userId="6ad1e3ca-699d-4e83-b590-3f083b3f3332" providerId="ADAL" clId="{184CB51C-8145-F44C-BA54-57C40CB0F2FB}" dt="2022-12-17T18:58:41.767" v="237" actId="2696"/>
        <pc:sldMkLst>
          <pc:docMk/>
          <pc:sldMk cId="2122729726" sldId="1849"/>
        </pc:sldMkLst>
      </pc:sldChg>
      <pc:sldChg chg="del">
        <pc:chgData name="영욱 김" userId="6ad1e3ca-699d-4e83-b590-3f083b3f3332" providerId="ADAL" clId="{184CB51C-8145-F44C-BA54-57C40CB0F2FB}" dt="2022-12-17T18:58:41.767" v="237" actId="2696"/>
        <pc:sldMkLst>
          <pc:docMk/>
          <pc:sldMk cId="3218816591" sldId="1850"/>
        </pc:sldMkLst>
      </pc:sldChg>
      <pc:sldChg chg="del">
        <pc:chgData name="영욱 김" userId="6ad1e3ca-699d-4e83-b590-3f083b3f3332" providerId="ADAL" clId="{184CB51C-8145-F44C-BA54-57C40CB0F2FB}" dt="2022-12-17T18:58:41.767" v="237" actId="2696"/>
        <pc:sldMkLst>
          <pc:docMk/>
          <pc:sldMk cId="1338397849" sldId="1851"/>
        </pc:sldMkLst>
      </pc:sldChg>
      <pc:sldChg chg="del">
        <pc:chgData name="영욱 김" userId="6ad1e3ca-699d-4e83-b590-3f083b3f3332" providerId="ADAL" clId="{184CB51C-8145-F44C-BA54-57C40CB0F2FB}" dt="2022-12-17T18:58:41.767" v="237" actId="2696"/>
        <pc:sldMkLst>
          <pc:docMk/>
          <pc:sldMk cId="2353661047" sldId="1852"/>
        </pc:sldMkLst>
      </pc:sldChg>
      <pc:sldChg chg="del">
        <pc:chgData name="영욱 김" userId="6ad1e3ca-699d-4e83-b590-3f083b3f3332" providerId="ADAL" clId="{184CB51C-8145-F44C-BA54-57C40CB0F2FB}" dt="2022-12-17T18:59:12.437" v="331" actId="2696"/>
        <pc:sldMkLst>
          <pc:docMk/>
          <pc:sldMk cId="799082167" sldId="1859"/>
        </pc:sldMkLst>
      </pc:sldChg>
      <pc:sldChg chg="del">
        <pc:chgData name="영욱 김" userId="6ad1e3ca-699d-4e83-b590-3f083b3f3332" providerId="ADAL" clId="{184CB51C-8145-F44C-BA54-57C40CB0F2FB}" dt="2022-12-17T18:59:12.437" v="331" actId="2696"/>
        <pc:sldMkLst>
          <pc:docMk/>
          <pc:sldMk cId="3965951338" sldId="1860"/>
        </pc:sldMkLst>
      </pc:sldChg>
      <pc:sldChg chg="del">
        <pc:chgData name="영욱 김" userId="6ad1e3ca-699d-4e83-b590-3f083b3f3332" providerId="ADAL" clId="{184CB51C-8145-F44C-BA54-57C40CB0F2FB}" dt="2022-12-17T18:59:12.437" v="331" actId="2696"/>
        <pc:sldMkLst>
          <pc:docMk/>
          <pc:sldMk cId="1181008272" sldId="1861"/>
        </pc:sldMkLst>
      </pc:sldChg>
      <pc:sldChg chg="del">
        <pc:chgData name="영욱 김" userId="6ad1e3ca-699d-4e83-b590-3f083b3f3332" providerId="ADAL" clId="{184CB51C-8145-F44C-BA54-57C40CB0F2FB}" dt="2022-12-17T18:59:12.437" v="331" actId="2696"/>
        <pc:sldMkLst>
          <pc:docMk/>
          <pc:sldMk cId="4038264591" sldId="1862"/>
        </pc:sldMkLst>
      </pc:sldChg>
      <pc:sldChg chg="del">
        <pc:chgData name="영욱 김" userId="6ad1e3ca-699d-4e83-b590-3f083b3f3332" providerId="ADAL" clId="{184CB51C-8145-F44C-BA54-57C40CB0F2FB}" dt="2022-12-17T18:59:12.437" v="331" actId="2696"/>
        <pc:sldMkLst>
          <pc:docMk/>
          <pc:sldMk cId="1355641884" sldId="1863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1360663179" sldId="1866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880436157" sldId="1933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1375726647" sldId="1937"/>
        </pc:sldMkLst>
      </pc:sldChg>
      <pc:sldChg chg="del">
        <pc:chgData name="영욱 김" userId="6ad1e3ca-699d-4e83-b590-3f083b3f3332" providerId="ADAL" clId="{184CB51C-8145-F44C-BA54-57C40CB0F2FB}" dt="2022-12-17T18:57:33.991" v="114" actId="2696"/>
        <pc:sldMkLst>
          <pc:docMk/>
          <pc:sldMk cId="3463333485" sldId="1938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3804126347" sldId="1939"/>
        </pc:sldMkLst>
      </pc:sldChg>
      <pc:sldChg chg="del">
        <pc:chgData name="영욱 김" userId="6ad1e3ca-699d-4e83-b590-3f083b3f3332" providerId="ADAL" clId="{184CB51C-8145-F44C-BA54-57C40CB0F2FB}" dt="2022-12-17T18:58:41.767" v="237" actId="2696"/>
        <pc:sldMkLst>
          <pc:docMk/>
          <pc:sldMk cId="1642576649" sldId="1940"/>
        </pc:sldMkLst>
      </pc:sldChg>
      <pc:sldChg chg="del">
        <pc:chgData name="영욱 김" userId="6ad1e3ca-699d-4e83-b590-3f083b3f3332" providerId="ADAL" clId="{184CB51C-8145-F44C-BA54-57C40CB0F2FB}" dt="2022-12-17T18:59:12.437" v="331" actId="2696"/>
        <pc:sldMkLst>
          <pc:docMk/>
          <pc:sldMk cId="2610542351" sldId="1942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1331153831" sldId="1949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3133054815" sldId="1979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1719335555" sldId="1980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3725116651" sldId="1981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1643169710" sldId="2001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2800111450" sldId="2003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2887358141" sldId="2239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1320164363" sldId="2244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1792972221" sldId="2248"/>
        </pc:sldMkLst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1271252385" sldId="2249"/>
        </pc:sldMkLst>
      </pc:sldChg>
      <pc:sldChg chg="addSp modSp add del">
        <pc:chgData name="영욱 김" userId="6ad1e3ca-699d-4e83-b590-3f083b3f3332" providerId="ADAL" clId="{184CB51C-8145-F44C-BA54-57C40CB0F2FB}" dt="2022-12-18T09:09:41.017" v="395"/>
        <pc:sldMkLst>
          <pc:docMk/>
          <pc:sldMk cId="2219828226" sldId="2948"/>
        </pc:sldMkLst>
        <pc:spChg chg="add mod">
          <ac:chgData name="영욱 김" userId="6ad1e3ca-699d-4e83-b590-3f083b3f3332" providerId="ADAL" clId="{184CB51C-8145-F44C-BA54-57C40CB0F2FB}" dt="2022-12-18T09:09:41.017" v="395"/>
          <ac:spMkLst>
            <pc:docMk/>
            <pc:sldMk cId="2219828226" sldId="2948"/>
            <ac:spMk id="8" creationId="{3F825C4D-FBA5-1C3A-E0E2-465F52598B6D}"/>
          </ac:spMkLst>
        </pc:spChg>
      </pc:sldChg>
      <pc:sldChg chg="add del">
        <pc:chgData name="영욱 김" userId="6ad1e3ca-699d-4e83-b590-3f083b3f3332" providerId="ADAL" clId="{184CB51C-8145-F44C-BA54-57C40CB0F2FB}" dt="2022-12-17T20:04:17.998" v="335" actId="2696"/>
        <pc:sldMkLst>
          <pc:docMk/>
          <pc:sldMk cId="2684915606" sldId="2965"/>
        </pc:sldMkLst>
      </pc:sldChg>
      <pc:sldChg chg="add">
        <pc:chgData name="영욱 김" userId="6ad1e3ca-699d-4e83-b590-3f083b3f3332" providerId="ADAL" clId="{184CB51C-8145-F44C-BA54-57C40CB0F2FB}" dt="2022-12-17T20:04:20.482" v="336"/>
        <pc:sldMkLst>
          <pc:docMk/>
          <pc:sldMk cId="3191445324" sldId="2965"/>
        </pc:sldMkLst>
      </pc:sldChg>
      <pc:sldChg chg="addSp modSp add del">
        <pc:chgData name="영욱 김" userId="6ad1e3ca-699d-4e83-b590-3f083b3f3332" providerId="ADAL" clId="{184CB51C-8145-F44C-BA54-57C40CB0F2FB}" dt="2022-12-18T09:09:43.539" v="396"/>
        <pc:sldMkLst>
          <pc:docMk/>
          <pc:sldMk cId="2680821899" sldId="2966"/>
        </pc:sldMkLst>
        <pc:spChg chg="add mod">
          <ac:chgData name="영욱 김" userId="6ad1e3ca-699d-4e83-b590-3f083b3f3332" providerId="ADAL" clId="{184CB51C-8145-F44C-BA54-57C40CB0F2FB}" dt="2022-12-18T09:09:43.539" v="396"/>
          <ac:spMkLst>
            <pc:docMk/>
            <pc:sldMk cId="2680821899" sldId="2966"/>
            <ac:spMk id="2" creationId="{2FA536DA-B864-36C3-3916-FFBFA0DA34C5}"/>
          </ac:spMkLst>
        </pc:spChg>
      </pc:sldChg>
      <pc:sldChg chg="add del">
        <pc:chgData name="영욱 김" userId="6ad1e3ca-699d-4e83-b590-3f083b3f3332" providerId="ADAL" clId="{184CB51C-8145-F44C-BA54-57C40CB0F2FB}" dt="2022-12-17T20:05:35.364" v="345" actId="2696"/>
        <pc:sldMkLst>
          <pc:docMk/>
          <pc:sldMk cId="1484486419" sldId="11961"/>
        </pc:sldMkLst>
      </pc:sldChg>
      <pc:sldChg chg="add del">
        <pc:chgData name="영욱 김" userId="6ad1e3ca-699d-4e83-b590-3f083b3f3332" providerId="ADAL" clId="{184CB51C-8145-F44C-BA54-57C40CB0F2FB}" dt="2022-12-17T20:05:35.364" v="345" actId="2696"/>
        <pc:sldMkLst>
          <pc:docMk/>
          <pc:sldMk cId="2614151148" sldId="11962"/>
        </pc:sldMkLst>
      </pc:sldChg>
      <pc:sldChg chg="add del">
        <pc:chgData name="영욱 김" userId="6ad1e3ca-699d-4e83-b590-3f083b3f3332" providerId="ADAL" clId="{184CB51C-8145-F44C-BA54-57C40CB0F2FB}" dt="2022-12-17T20:05:38.563" v="346" actId="2696"/>
        <pc:sldMkLst>
          <pc:docMk/>
          <pc:sldMk cId="3795538769" sldId="11963"/>
        </pc:sldMkLst>
      </pc:sldChg>
      <pc:sldChg chg="addSp delSp modSp add mod">
        <pc:chgData name="영욱 김" userId="6ad1e3ca-699d-4e83-b590-3f083b3f3332" providerId="ADAL" clId="{184CB51C-8145-F44C-BA54-57C40CB0F2FB}" dt="2022-12-18T09:10:46.889" v="424" actId="1076"/>
        <pc:sldMkLst>
          <pc:docMk/>
          <pc:sldMk cId="1373805031" sldId="11964"/>
        </pc:sldMkLst>
        <pc:spChg chg="add del mod">
          <ac:chgData name="영욱 김" userId="6ad1e3ca-699d-4e83-b590-3f083b3f3332" providerId="ADAL" clId="{184CB51C-8145-F44C-BA54-57C40CB0F2FB}" dt="2022-12-18T09:10:42.676" v="422" actId="478"/>
          <ac:spMkLst>
            <pc:docMk/>
            <pc:sldMk cId="1373805031" sldId="11964"/>
            <ac:spMk id="4" creationId="{842C7B24-920B-C429-BF8E-5ED457D80644}"/>
          </ac:spMkLst>
        </pc:spChg>
        <pc:spChg chg="add mod">
          <ac:chgData name="영욱 김" userId="6ad1e3ca-699d-4e83-b590-3f083b3f3332" providerId="ADAL" clId="{184CB51C-8145-F44C-BA54-57C40CB0F2FB}" dt="2022-12-18T09:10:46.889" v="424" actId="1076"/>
          <ac:spMkLst>
            <pc:docMk/>
            <pc:sldMk cId="1373805031" sldId="11964"/>
            <ac:spMk id="6" creationId="{08877BC4-897B-8A8A-AB3F-186061B9DC75}"/>
          </ac:spMkLst>
        </pc:spChg>
      </pc:sldChg>
      <pc:sldChg chg="addSp modSp add mod">
        <pc:chgData name="영욱 김" userId="6ad1e3ca-699d-4e83-b590-3f083b3f3332" providerId="ADAL" clId="{184CB51C-8145-F44C-BA54-57C40CB0F2FB}" dt="2022-12-18T09:11:54.637" v="432" actId="1076"/>
        <pc:sldMkLst>
          <pc:docMk/>
          <pc:sldMk cId="3564528145" sldId="11965"/>
        </pc:sldMkLst>
        <pc:spChg chg="add mod">
          <ac:chgData name="영욱 김" userId="6ad1e3ca-699d-4e83-b590-3f083b3f3332" providerId="ADAL" clId="{184CB51C-8145-F44C-BA54-57C40CB0F2FB}" dt="2022-12-18T09:11:54.637" v="432" actId="1076"/>
          <ac:spMkLst>
            <pc:docMk/>
            <pc:sldMk cId="3564528145" sldId="11965"/>
            <ac:spMk id="3" creationId="{7385DFB3-846B-7F2A-4665-986300061645}"/>
          </ac:spMkLst>
        </pc:spChg>
        <pc:picChg chg="mod">
          <ac:chgData name="영욱 김" userId="6ad1e3ca-699d-4e83-b590-3f083b3f3332" providerId="ADAL" clId="{184CB51C-8145-F44C-BA54-57C40CB0F2FB}" dt="2022-12-18T09:11:51.274" v="431" actId="1076"/>
          <ac:picMkLst>
            <pc:docMk/>
            <pc:sldMk cId="3564528145" sldId="11965"/>
            <ac:picMk id="5122" creationId="{19518B42-B71F-0C44-81A6-819BABC25479}"/>
          </ac:picMkLst>
        </pc:picChg>
      </pc:sldChg>
      <pc:sldChg chg="add">
        <pc:chgData name="영욱 김" userId="6ad1e3ca-699d-4e83-b590-3f083b3f3332" providerId="ADAL" clId="{184CB51C-8145-F44C-BA54-57C40CB0F2FB}" dt="2022-12-17T20:05:15.161" v="343"/>
        <pc:sldMkLst>
          <pc:docMk/>
          <pc:sldMk cId="1648257692" sldId="11966"/>
        </pc:sldMkLst>
      </pc:sldChg>
      <pc:sldChg chg="addSp modSp add mod">
        <pc:chgData name="영욱 김" userId="6ad1e3ca-699d-4e83-b590-3f083b3f3332" providerId="ADAL" clId="{184CB51C-8145-F44C-BA54-57C40CB0F2FB}" dt="2022-12-18T09:12:52.747" v="437" actId="1076"/>
        <pc:sldMkLst>
          <pc:docMk/>
          <pc:sldMk cId="736202905" sldId="11967"/>
        </pc:sldMkLst>
        <pc:spChg chg="add mod">
          <ac:chgData name="영욱 김" userId="6ad1e3ca-699d-4e83-b590-3f083b3f3332" providerId="ADAL" clId="{184CB51C-8145-F44C-BA54-57C40CB0F2FB}" dt="2022-12-18T09:12:52.747" v="437" actId="1076"/>
          <ac:spMkLst>
            <pc:docMk/>
            <pc:sldMk cId="736202905" sldId="11967"/>
            <ac:spMk id="3" creationId="{5C24D1C9-2C3F-0836-5C85-DC0AFF433AB3}"/>
          </ac:spMkLst>
        </pc:spChg>
        <pc:picChg chg="mod">
          <ac:chgData name="영욱 김" userId="6ad1e3ca-699d-4e83-b590-3f083b3f3332" providerId="ADAL" clId="{184CB51C-8145-F44C-BA54-57C40CB0F2FB}" dt="2022-12-18T09:12:48.429" v="435" actId="1076"/>
          <ac:picMkLst>
            <pc:docMk/>
            <pc:sldMk cId="736202905" sldId="11967"/>
            <ac:picMk id="7170" creationId="{AF2F17EE-0BFA-554C-A172-392225FBD553}"/>
          </ac:picMkLst>
        </pc:picChg>
      </pc:sldChg>
      <pc:sldChg chg="add del">
        <pc:chgData name="영욱 김" userId="6ad1e3ca-699d-4e83-b590-3f083b3f3332" providerId="ADAL" clId="{184CB51C-8145-F44C-BA54-57C40CB0F2FB}" dt="2022-12-17T20:05:50.158" v="349" actId="2696"/>
        <pc:sldMkLst>
          <pc:docMk/>
          <pc:sldMk cId="3226778984" sldId="11968"/>
        </pc:sldMkLst>
      </pc:sldChg>
      <pc:sldChg chg="add">
        <pc:chgData name="영욱 김" userId="6ad1e3ca-699d-4e83-b590-3f083b3f3332" providerId="ADAL" clId="{184CB51C-8145-F44C-BA54-57C40CB0F2FB}" dt="2022-12-17T20:05:15.161" v="343"/>
        <pc:sldMkLst>
          <pc:docMk/>
          <pc:sldMk cId="0" sldId="11969"/>
        </pc:sldMkLst>
      </pc:sldChg>
      <pc:sldChg chg="delSp add setBg delDesignElem">
        <pc:chgData name="영욱 김" userId="6ad1e3ca-699d-4e83-b590-3f083b3f3332" providerId="ADAL" clId="{184CB51C-8145-F44C-BA54-57C40CB0F2FB}" dt="2022-12-17T20:05:15.161" v="343"/>
        <pc:sldMkLst>
          <pc:docMk/>
          <pc:sldMk cId="2429599247" sldId="11970"/>
        </pc:sldMkLst>
        <pc:spChg chg="del">
          <ac:chgData name="영욱 김" userId="6ad1e3ca-699d-4e83-b590-3f083b3f3332" providerId="ADAL" clId="{184CB51C-8145-F44C-BA54-57C40CB0F2FB}" dt="2022-12-17T20:05:15.161" v="343"/>
          <ac:spMkLst>
            <pc:docMk/>
            <pc:sldMk cId="2429599247" sldId="11970"/>
            <ac:spMk id="3079" creationId="{42A4FC2C-047E-45A5-965D-8E1E3BF09BC6}"/>
          </ac:spMkLst>
        </pc:spChg>
      </pc:sldChg>
      <pc:sldChg chg="del">
        <pc:chgData name="영욱 김" userId="6ad1e3ca-699d-4e83-b590-3f083b3f3332" providerId="ADAL" clId="{184CB51C-8145-F44C-BA54-57C40CB0F2FB}" dt="2022-12-17T18:57:08.570" v="59" actId="2696"/>
        <pc:sldMkLst>
          <pc:docMk/>
          <pc:sldMk cId="2079372348" sldId="2076136780"/>
        </pc:sldMkLst>
      </pc:sldChg>
      <pc:sldChg chg="modSp mod">
        <pc:chgData name="영욱 김" userId="6ad1e3ca-699d-4e83-b590-3f083b3f3332" providerId="ADAL" clId="{184CB51C-8145-F44C-BA54-57C40CB0F2FB}" dt="2022-12-17T18:58:36.036" v="236" actId="20577"/>
        <pc:sldMkLst>
          <pc:docMk/>
          <pc:sldMk cId="3367296034" sldId="2076136823"/>
        </pc:sldMkLst>
        <pc:spChg chg="mod">
          <ac:chgData name="영욱 김" userId="6ad1e3ca-699d-4e83-b590-3f083b3f3332" providerId="ADAL" clId="{184CB51C-8145-F44C-BA54-57C40CB0F2FB}" dt="2022-12-17T18:58:36.036" v="236" actId="20577"/>
          <ac:spMkLst>
            <pc:docMk/>
            <pc:sldMk cId="3367296034" sldId="2076136823"/>
            <ac:spMk id="2" creationId="{A3B83649-453D-39E9-2710-4FA6C12827B0}"/>
          </ac:spMkLst>
        </pc:spChg>
      </pc:sldChg>
      <pc:sldChg chg="modSp mod">
        <pc:chgData name="영욱 김" userId="6ad1e3ca-699d-4e83-b590-3f083b3f3332" providerId="ADAL" clId="{184CB51C-8145-F44C-BA54-57C40CB0F2FB}" dt="2022-12-17T18:58:06.710" v="171" actId="20577"/>
        <pc:sldMkLst>
          <pc:docMk/>
          <pc:sldMk cId="882486928" sldId="2076136824"/>
        </pc:sldMkLst>
        <pc:spChg chg="mod">
          <ac:chgData name="영욱 김" userId="6ad1e3ca-699d-4e83-b590-3f083b3f3332" providerId="ADAL" clId="{184CB51C-8145-F44C-BA54-57C40CB0F2FB}" dt="2022-12-17T18:58:06.710" v="171" actId="20577"/>
          <ac:spMkLst>
            <pc:docMk/>
            <pc:sldMk cId="882486928" sldId="2076136824"/>
            <ac:spMk id="2" creationId="{A3B83649-453D-39E9-2710-4FA6C12827B0}"/>
          </ac:spMkLst>
        </pc:spChg>
      </pc:sldChg>
      <pc:sldChg chg="del">
        <pc:chgData name="영욱 김" userId="6ad1e3ca-699d-4e83-b590-3f083b3f3332" providerId="ADAL" clId="{184CB51C-8145-F44C-BA54-57C40CB0F2FB}" dt="2022-12-17T18:58:41.767" v="237" actId="2696"/>
        <pc:sldMkLst>
          <pc:docMk/>
          <pc:sldMk cId="1478809799" sldId="2076136825"/>
        </pc:sldMkLst>
      </pc:sldChg>
      <pc:sldChg chg="modSp mod">
        <pc:chgData name="영욱 김" userId="6ad1e3ca-699d-4e83-b590-3f083b3f3332" providerId="ADAL" clId="{184CB51C-8145-F44C-BA54-57C40CB0F2FB}" dt="2022-12-17T18:59:05.848" v="330" actId="20577"/>
        <pc:sldMkLst>
          <pc:docMk/>
          <pc:sldMk cId="1194704935" sldId="2076136826"/>
        </pc:sldMkLst>
        <pc:spChg chg="mod">
          <ac:chgData name="영욱 김" userId="6ad1e3ca-699d-4e83-b590-3f083b3f3332" providerId="ADAL" clId="{184CB51C-8145-F44C-BA54-57C40CB0F2FB}" dt="2022-12-17T18:59:05.848" v="330" actId="20577"/>
          <ac:spMkLst>
            <pc:docMk/>
            <pc:sldMk cId="1194704935" sldId="2076136826"/>
            <ac:spMk id="2" creationId="{A3B83649-453D-39E9-2710-4FA6C12827B0}"/>
          </ac:spMkLst>
        </pc:spChg>
      </pc:sldChg>
      <pc:sldChg chg="add del">
        <pc:chgData name="영욱 김" userId="6ad1e3ca-699d-4e83-b590-3f083b3f3332" providerId="ADAL" clId="{184CB51C-8145-F44C-BA54-57C40CB0F2FB}" dt="2022-12-17T20:04:17.998" v="335" actId="2696"/>
        <pc:sldMkLst>
          <pc:docMk/>
          <pc:sldMk cId="2005568983" sldId="2076136827"/>
        </pc:sldMkLst>
      </pc:sldChg>
      <pc:sldChg chg="addSp delSp modSp add mod">
        <pc:chgData name="영욱 김" userId="6ad1e3ca-699d-4e83-b590-3f083b3f3332" providerId="ADAL" clId="{184CB51C-8145-F44C-BA54-57C40CB0F2FB}" dt="2022-12-18T09:09:09.707" v="358"/>
        <pc:sldMkLst>
          <pc:docMk/>
          <pc:sldMk cId="4024192217" sldId="2076136827"/>
        </pc:sldMkLst>
        <pc:spChg chg="add del mod">
          <ac:chgData name="영욱 김" userId="6ad1e3ca-699d-4e83-b590-3f083b3f3332" providerId="ADAL" clId="{184CB51C-8145-F44C-BA54-57C40CB0F2FB}" dt="2022-12-18T09:09:09.707" v="358"/>
          <ac:spMkLst>
            <pc:docMk/>
            <pc:sldMk cId="4024192217" sldId="2076136827"/>
            <ac:spMk id="2" creationId="{D4F66C0D-52CE-9FA3-895D-C978AEE59509}"/>
          </ac:spMkLst>
        </pc:spChg>
      </pc:sldChg>
      <pc:sldChg chg="add">
        <pc:chgData name="영욱 김" userId="6ad1e3ca-699d-4e83-b590-3f083b3f3332" providerId="ADAL" clId="{184CB51C-8145-F44C-BA54-57C40CB0F2FB}" dt="2022-12-17T20:05:15.161" v="343"/>
        <pc:sldMkLst>
          <pc:docMk/>
          <pc:sldMk cId="0" sldId="2076136828"/>
        </pc:sldMkLst>
      </pc:sldChg>
      <pc:sldChg chg="add del">
        <pc:chgData name="영욱 김" userId="6ad1e3ca-699d-4e83-b590-3f083b3f3332" providerId="ADAL" clId="{184CB51C-8145-F44C-BA54-57C40CB0F2FB}" dt="2022-12-17T20:04:48.001" v="340"/>
        <pc:sldMkLst>
          <pc:docMk/>
          <pc:sldMk cId="3120635044" sldId="2076136828"/>
        </pc:sldMkLst>
      </pc:sldChg>
      <pc:sldChg chg="add del">
        <pc:chgData name="영욱 김" userId="6ad1e3ca-699d-4e83-b590-3f083b3f3332" providerId="ADAL" clId="{184CB51C-8145-F44C-BA54-57C40CB0F2FB}" dt="2022-12-17T20:04:38.295" v="338"/>
        <pc:sldMkLst>
          <pc:docMk/>
          <pc:sldMk cId="4207931405" sldId="2076136828"/>
        </pc:sldMkLst>
      </pc:sldChg>
      <pc:sldChg chg="add del">
        <pc:chgData name="영욱 김" userId="6ad1e3ca-699d-4e83-b590-3f083b3f3332" providerId="ADAL" clId="{184CB51C-8145-F44C-BA54-57C40CB0F2FB}" dt="2022-12-17T20:04:38.295" v="338"/>
        <pc:sldMkLst>
          <pc:docMk/>
          <pc:sldMk cId="1734559777" sldId="2076136829"/>
        </pc:sldMkLst>
      </pc:sldChg>
      <pc:sldChg chg="add del">
        <pc:chgData name="영욱 김" userId="6ad1e3ca-699d-4e83-b590-3f083b3f3332" providerId="ADAL" clId="{184CB51C-8145-F44C-BA54-57C40CB0F2FB}" dt="2022-12-17T20:04:48.001" v="340"/>
        <pc:sldMkLst>
          <pc:docMk/>
          <pc:sldMk cId="2957326937" sldId="2076136829"/>
        </pc:sldMkLst>
      </pc:sldChg>
      <pc:sldChg chg="add del">
        <pc:chgData name="영욱 김" userId="6ad1e3ca-699d-4e83-b590-3f083b3f3332" providerId="ADAL" clId="{184CB51C-8145-F44C-BA54-57C40CB0F2FB}" dt="2022-12-17T20:04:48.001" v="340"/>
        <pc:sldMkLst>
          <pc:docMk/>
          <pc:sldMk cId="3386169280" sldId="2076136830"/>
        </pc:sldMkLst>
      </pc:sldChg>
      <pc:sldChg chg="add del">
        <pc:chgData name="영욱 김" userId="6ad1e3ca-699d-4e83-b590-3f083b3f3332" providerId="ADAL" clId="{184CB51C-8145-F44C-BA54-57C40CB0F2FB}" dt="2022-12-17T20:04:38.295" v="338"/>
        <pc:sldMkLst>
          <pc:docMk/>
          <pc:sldMk cId="3840991444" sldId="2076136830"/>
        </pc:sldMkLst>
      </pc:sldChg>
      <pc:sldChg chg="add del">
        <pc:chgData name="영욱 김" userId="6ad1e3ca-699d-4e83-b590-3f083b3f3332" providerId="ADAL" clId="{184CB51C-8145-F44C-BA54-57C40CB0F2FB}" dt="2022-12-17T20:04:48.001" v="340"/>
        <pc:sldMkLst>
          <pc:docMk/>
          <pc:sldMk cId="580131067" sldId="2076136831"/>
        </pc:sldMkLst>
      </pc:sldChg>
      <pc:sldChg chg="add del">
        <pc:chgData name="영욱 김" userId="6ad1e3ca-699d-4e83-b590-3f083b3f3332" providerId="ADAL" clId="{184CB51C-8145-F44C-BA54-57C40CB0F2FB}" dt="2022-12-17T20:04:38.295" v="338"/>
        <pc:sldMkLst>
          <pc:docMk/>
          <pc:sldMk cId="4217655031" sldId="2076136831"/>
        </pc:sldMkLst>
      </pc:sldChg>
      <pc:sldChg chg="add del">
        <pc:chgData name="영욱 김" userId="6ad1e3ca-699d-4e83-b590-3f083b3f3332" providerId="ADAL" clId="{184CB51C-8145-F44C-BA54-57C40CB0F2FB}" dt="2022-12-17T20:04:48.001" v="340"/>
        <pc:sldMkLst>
          <pc:docMk/>
          <pc:sldMk cId="1133024224" sldId="2076136832"/>
        </pc:sldMkLst>
      </pc:sldChg>
      <pc:sldChg chg="add del">
        <pc:chgData name="영욱 김" userId="6ad1e3ca-699d-4e83-b590-3f083b3f3332" providerId="ADAL" clId="{184CB51C-8145-F44C-BA54-57C40CB0F2FB}" dt="2022-12-17T20:04:38.295" v="338"/>
        <pc:sldMkLst>
          <pc:docMk/>
          <pc:sldMk cId="2318424276" sldId="2076136832"/>
        </pc:sldMkLst>
      </pc:sldChg>
      <pc:sldChg chg="add del">
        <pc:chgData name="영욱 김" userId="6ad1e3ca-699d-4e83-b590-3f083b3f3332" providerId="ADAL" clId="{184CB51C-8145-F44C-BA54-57C40CB0F2FB}" dt="2022-12-17T20:04:48.001" v="340"/>
        <pc:sldMkLst>
          <pc:docMk/>
          <pc:sldMk cId="1674644317" sldId="2076136833"/>
        </pc:sldMkLst>
      </pc:sldChg>
      <pc:sldChg chg="add del">
        <pc:chgData name="영욱 김" userId="6ad1e3ca-699d-4e83-b590-3f083b3f3332" providerId="ADAL" clId="{184CB51C-8145-F44C-BA54-57C40CB0F2FB}" dt="2022-12-17T20:04:48.001" v="340"/>
        <pc:sldMkLst>
          <pc:docMk/>
          <pc:sldMk cId="2005568983" sldId="2076136834"/>
        </pc:sldMkLst>
      </pc:sldChg>
      <pc:sldChg chg="add del">
        <pc:chgData name="영욱 김" userId="6ad1e3ca-699d-4e83-b590-3f083b3f3332" providerId="ADAL" clId="{184CB51C-8145-F44C-BA54-57C40CB0F2FB}" dt="2022-12-17T20:04:48.001" v="340"/>
        <pc:sldMkLst>
          <pc:docMk/>
          <pc:sldMk cId="2684915606" sldId="2076136835"/>
        </pc:sldMkLst>
      </pc:sldChg>
      <pc:sldChg chg="add del">
        <pc:chgData name="영욱 김" userId="6ad1e3ca-699d-4e83-b590-3f083b3f3332" providerId="ADAL" clId="{184CB51C-8145-F44C-BA54-57C40CB0F2FB}" dt="2022-12-17T20:04:48.001" v="340"/>
        <pc:sldMkLst>
          <pc:docMk/>
          <pc:sldMk cId="3138653098" sldId="2076136836"/>
        </pc:sldMkLst>
      </pc:sldChg>
      <pc:sldMasterChg chg="delSldLayout">
        <pc:chgData name="영욱 김" userId="6ad1e3ca-699d-4e83-b590-3f083b3f3332" providerId="ADAL" clId="{184CB51C-8145-F44C-BA54-57C40CB0F2FB}" dt="2022-12-17T18:57:08.570" v="59" actId="2696"/>
        <pc:sldMasterMkLst>
          <pc:docMk/>
          <pc:sldMasterMk cId="2520014717" sldId="2147483648"/>
        </pc:sldMasterMkLst>
        <pc:sldLayoutChg chg="del">
          <pc:chgData name="영욱 김" userId="6ad1e3ca-699d-4e83-b590-3f083b3f3332" providerId="ADAL" clId="{184CB51C-8145-F44C-BA54-57C40CB0F2FB}" dt="2022-12-17T18:57:08.570" v="59" actId="2696"/>
          <pc:sldLayoutMkLst>
            <pc:docMk/>
            <pc:sldMasterMk cId="2520014717" sldId="2147483648"/>
            <pc:sldLayoutMk cId="3302354776" sldId="2147483695"/>
          </pc:sldLayoutMkLst>
        </pc:sldLayoutChg>
        <pc:sldLayoutChg chg="del">
          <pc:chgData name="영욱 김" userId="6ad1e3ca-699d-4e83-b590-3f083b3f3332" providerId="ADAL" clId="{184CB51C-8145-F44C-BA54-57C40CB0F2FB}" dt="2022-12-17T18:57:08.570" v="59" actId="2696"/>
          <pc:sldLayoutMkLst>
            <pc:docMk/>
            <pc:sldMasterMk cId="2520014717" sldId="2147483648"/>
            <pc:sldLayoutMk cId="2536898418" sldId="2147483754"/>
          </pc:sldLayoutMkLst>
        </pc:sldLayoutChg>
        <pc:sldLayoutChg chg="del">
          <pc:chgData name="영욱 김" userId="6ad1e3ca-699d-4e83-b590-3f083b3f3332" providerId="ADAL" clId="{184CB51C-8145-F44C-BA54-57C40CB0F2FB}" dt="2022-12-17T18:57:08.570" v="59" actId="2696"/>
          <pc:sldLayoutMkLst>
            <pc:docMk/>
            <pc:sldMasterMk cId="2520014717" sldId="2147483648"/>
            <pc:sldLayoutMk cId="1181202186" sldId="2147483755"/>
          </pc:sldLayoutMkLst>
        </pc:sldLayoutChg>
        <pc:sldLayoutChg chg="del">
          <pc:chgData name="영욱 김" userId="6ad1e3ca-699d-4e83-b590-3f083b3f3332" providerId="ADAL" clId="{184CB51C-8145-F44C-BA54-57C40CB0F2FB}" dt="2022-12-17T18:57:08.570" v="59" actId="2696"/>
          <pc:sldLayoutMkLst>
            <pc:docMk/>
            <pc:sldMasterMk cId="2520014717" sldId="2147483648"/>
            <pc:sldLayoutMk cId="3299773163" sldId="2147483756"/>
          </pc:sldLayoutMkLst>
        </pc:sldLayoutChg>
      </pc:sldMasterChg>
      <pc:sldMasterChg chg="delSldLayout">
        <pc:chgData name="영욱 김" userId="6ad1e3ca-699d-4e83-b590-3f083b3f3332" providerId="ADAL" clId="{184CB51C-8145-F44C-BA54-57C40CB0F2FB}" dt="2022-12-17T18:58:41.767" v="237" actId="2696"/>
        <pc:sldMasterMkLst>
          <pc:docMk/>
          <pc:sldMasterMk cId="4205144179" sldId="2147483757"/>
        </pc:sldMasterMkLst>
        <pc:sldLayoutChg chg="del">
          <pc:chgData name="영욱 김" userId="6ad1e3ca-699d-4e83-b590-3f083b3f3332" providerId="ADAL" clId="{184CB51C-8145-F44C-BA54-57C40CB0F2FB}" dt="2022-12-17T18:58:41.767" v="237" actId="2696"/>
          <pc:sldLayoutMkLst>
            <pc:docMk/>
            <pc:sldMasterMk cId="4205144179" sldId="2147483757"/>
            <pc:sldLayoutMk cId="4173879894" sldId="2147483792"/>
          </pc:sldLayoutMkLst>
        </pc:sldLayoutChg>
        <pc:sldLayoutChg chg="del">
          <pc:chgData name="영욱 김" userId="6ad1e3ca-699d-4e83-b590-3f083b3f3332" providerId="ADAL" clId="{184CB51C-8145-F44C-BA54-57C40CB0F2FB}" dt="2022-12-17T18:58:41.767" v="237" actId="2696"/>
          <pc:sldLayoutMkLst>
            <pc:docMk/>
            <pc:sldMasterMk cId="4205144179" sldId="2147483757"/>
            <pc:sldLayoutMk cId="1983651080" sldId="2147483831"/>
          </pc:sldLayoutMkLst>
        </pc:sldLayoutChg>
        <pc:sldLayoutChg chg="del">
          <pc:chgData name="영욱 김" userId="6ad1e3ca-699d-4e83-b590-3f083b3f3332" providerId="ADAL" clId="{184CB51C-8145-F44C-BA54-57C40CB0F2FB}" dt="2022-12-17T18:57:33.991" v="114" actId="2696"/>
          <pc:sldLayoutMkLst>
            <pc:docMk/>
            <pc:sldMasterMk cId="4205144179" sldId="2147483757"/>
            <pc:sldLayoutMk cId="895545352" sldId="2147483833"/>
          </pc:sldLayoutMkLst>
        </pc:sldLayoutChg>
      </pc:sldMasterChg>
      <pc:sldMasterChg chg="delSldLayout">
        <pc:chgData name="영욱 김" userId="6ad1e3ca-699d-4e83-b590-3f083b3f3332" providerId="ADAL" clId="{184CB51C-8145-F44C-BA54-57C40CB0F2FB}" dt="2022-12-17T20:04:17.998" v="335" actId="2696"/>
        <pc:sldMasterMkLst>
          <pc:docMk/>
          <pc:sldMasterMk cId="358339508" sldId="2147483835"/>
        </pc:sldMasterMkLst>
        <pc:sldLayoutChg chg="del">
          <pc:chgData name="영욱 김" userId="6ad1e3ca-699d-4e83-b590-3f083b3f3332" providerId="ADAL" clId="{184CB51C-8145-F44C-BA54-57C40CB0F2FB}" dt="2022-12-17T20:04:17.998" v="335" actId="2696"/>
          <pc:sldLayoutMkLst>
            <pc:docMk/>
            <pc:sldMasterMk cId="358339508" sldId="2147483835"/>
            <pc:sldLayoutMk cId="1650982417" sldId="2147483848"/>
          </pc:sldLayoutMkLst>
        </pc:sldLayoutChg>
        <pc:sldLayoutChg chg="del">
          <pc:chgData name="영욱 김" userId="6ad1e3ca-699d-4e83-b590-3f083b3f3332" providerId="ADAL" clId="{184CB51C-8145-F44C-BA54-57C40CB0F2FB}" dt="2022-12-17T20:04:17.998" v="335" actId="2696"/>
          <pc:sldLayoutMkLst>
            <pc:docMk/>
            <pc:sldMasterMk cId="358339508" sldId="2147483835"/>
            <pc:sldLayoutMk cId="2456204263" sldId="2147483849"/>
          </pc:sldLayoutMkLst>
        </pc:sldLayoutChg>
        <pc:sldLayoutChg chg="del">
          <pc:chgData name="영욱 김" userId="6ad1e3ca-699d-4e83-b590-3f083b3f3332" providerId="ADAL" clId="{184CB51C-8145-F44C-BA54-57C40CB0F2FB}" dt="2022-12-17T20:04:17.998" v="335" actId="2696"/>
          <pc:sldLayoutMkLst>
            <pc:docMk/>
            <pc:sldMasterMk cId="358339508" sldId="2147483835"/>
            <pc:sldLayoutMk cId="3077043627" sldId="2147483851"/>
          </pc:sldLayoutMkLst>
        </pc:sldLayoutChg>
      </pc:sldMasterChg>
    </pc:docChg>
  </pc:docChgLst>
  <pc:docChgLst>
    <pc:chgData name="영욱 김" userId="6ad1e3ca-699d-4e83-b590-3f083b3f3332" providerId="ADAL" clId="{E0CF44B6-9F44-2C45-BC4A-03020203D532}"/>
    <pc:docChg chg="custSel addSld delSld modSld sldOrd modMainMaster">
      <pc:chgData name="영욱 김" userId="6ad1e3ca-699d-4e83-b590-3f083b3f3332" providerId="ADAL" clId="{E0CF44B6-9F44-2C45-BC4A-03020203D532}" dt="2022-09-20T15:57:21.165" v="847" actId="255"/>
      <pc:docMkLst>
        <pc:docMk/>
      </pc:docMkLst>
      <pc:sldChg chg="modSp mod">
        <pc:chgData name="영욱 김" userId="6ad1e3ca-699d-4e83-b590-3f083b3f3332" providerId="ADAL" clId="{E0CF44B6-9F44-2C45-BC4A-03020203D532}" dt="2022-09-18T02:54:31.575" v="120" actId="20577"/>
        <pc:sldMkLst>
          <pc:docMk/>
          <pc:sldMk cId="3402051572" sldId="258"/>
        </pc:sldMkLst>
        <pc:spChg chg="mod">
          <ac:chgData name="영욱 김" userId="6ad1e3ca-699d-4e83-b590-3f083b3f3332" providerId="ADAL" clId="{E0CF44B6-9F44-2C45-BC4A-03020203D532}" dt="2022-09-18T02:54:02.103" v="84" actId="20577"/>
          <ac:spMkLst>
            <pc:docMk/>
            <pc:sldMk cId="3402051572" sldId="258"/>
            <ac:spMk id="5" creationId="{86EF36D9-41B5-0D4F-B112-66548CF4C39C}"/>
          </ac:spMkLst>
        </pc:spChg>
        <pc:spChg chg="mod">
          <ac:chgData name="영욱 김" userId="6ad1e3ca-699d-4e83-b590-3f083b3f3332" providerId="ADAL" clId="{E0CF44B6-9F44-2C45-BC4A-03020203D532}" dt="2022-09-18T02:54:21.056" v="97" actId="20577"/>
          <ac:spMkLst>
            <pc:docMk/>
            <pc:sldMk cId="3402051572" sldId="258"/>
            <ac:spMk id="7" creationId="{EDCD5A6B-0C88-6945-89D8-41BF3E893913}"/>
          </ac:spMkLst>
        </pc:spChg>
        <pc:spChg chg="mod">
          <ac:chgData name="영욱 김" userId="6ad1e3ca-699d-4e83-b590-3f083b3f3332" providerId="ADAL" clId="{E0CF44B6-9F44-2C45-BC4A-03020203D532}" dt="2022-09-18T02:54:31.575" v="120" actId="20577"/>
          <ac:spMkLst>
            <pc:docMk/>
            <pc:sldMk cId="3402051572" sldId="258"/>
            <ac:spMk id="11" creationId="{24F82D0C-6CB0-6487-9482-57561F9B6BE6}"/>
          </ac:spMkLst>
        </pc:spChg>
      </pc:sldChg>
      <pc:sldChg chg="addSp delSp modSp mod ord">
        <pc:chgData name="영욱 김" userId="6ad1e3ca-699d-4e83-b590-3f083b3f3332" providerId="ADAL" clId="{E0CF44B6-9F44-2C45-BC4A-03020203D532}" dt="2022-09-18T11:17:53.073" v="171" actId="14100"/>
        <pc:sldMkLst>
          <pc:docMk/>
          <pc:sldMk cId="2889706060" sldId="259"/>
        </pc:sldMkLst>
        <pc:spChg chg="mod">
          <ac:chgData name="영욱 김" userId="6ad1e3ca-699d-4e83-b590-3f083b3f3332" providerId="ADAL" clId="{E0CF44B6-9F44-2C45-BC4A-03020203D532}" dt="2022-09-18T11:17:44.267" v="169" actId="207"/>
          <ac:spMkLst>
            <pc:docMk/>
            <pc:sldMk cId="2889706060" sldId="259"/>
            <ac:spMk id="2" creationId="{A3B83649-453D-39E9-2710-4FA6C12827B0}"/>
          </ac:spMkLst>
        </pc:spChg>
        <pc:spChg chg="del">
          <ac:chgData name="영욱 김" userId="6ad1e3ca-699d-4e83-b590-3f083b3f3332" providerId="ADAL" clId="{E0CF44B6-9F44-2C45-BC4A-03020203D532}" dt="2022-09-18T11:16:36.317" v="165" actId="478"/>
          <ac:spMkLst>
            <pc:docMk/>
            <pc:sldMk cId="2889706060" sldId="259"/>
            <ac:spMk id="3" creationId="{7B0DF6C5-517B-9037-37C7-B3E904F07CDA}"/>
          </ac:spMkLst>
        </pc:spChg>
        <pc:picChg chg="add mod">
          <ac:chgData name="영욱 김" userId="6ad1e3ca-699d-4e83-b590-3f083b3f3332" providerId="ADAL" clId="{E0CF44B6-9F44-2C45-BC4A-03020203D532}" dt="2022-09-18T11:17:53.073" v="171" actId="14100"/>
          <ac:picMkLst>
            <pc:docMk/>
            <pc:sldMk cId="2889706060" sldId="259"/>
            <ac:picMk id="1026" creationId="{AB2420E5-18D6-78E8-6E22-91B9A5CC776A}"/>
          </ac:picMkLst>
        </pc:picChg>
      </pc:sldChg>
      <pc:sldChg chg="del">
        <pc:chgData name="영욱 김" userId="6ad1e3ca-699d-4e83-b590-3f083b3f3332" providerId="ADAL" clId="{E0CF44B6-9F44-2C45-BC4A-03020203D532}" dt="2022-09-18T15:45:32.612" v="332" actId="2696"/>
        <pc:sldMkLst>
          <pc:docMk/>
          <pc:sldMk cId="4220685167" sldId="260"/>
        </pc:sldMkLst>
      </pc:sldChg>
      <pc:sldChg chg="del">
        <pc:chgData name="영욱 김" userId="6ad1e3ca-699d-4e83-b590-3f083b3f3332" providerId="ADAL" clId="{E0CF44B6-9F44-2C45-BC4A-03020203D532}" dt="2022-09-18T15:45:32.612" v="332" actId="2696"/>
        <pc:sldMkLst>
          <pc:docMk/>
          <pc:sldMk cId="4277404875" sldId="261"/>
        </pc:sldMkLst>
      </pc:sldChg>
      <pc:sldChg chg="addSp modSp add mod">
        <pc:chgData name="영욱 김" userId="6ad1e3ca-699d-4e83-b590-3f083b3f3332" providerId="ADAL" clId="{E0CF44B6-9F44-2C45-BC4A-03020203D532}" dt="2022-09-18T16:39:38.269" v="406" actId="1036"/>
        <pc:sldMkLst>
          <pc:docMk/>
          <pc:sldMk cId="117699191" sldId="315"/>
        </pc:sldMkLst>
        <pc:spChg chg="mod">
          <ac:chgData name="영욱 김" userId="6ad1e3ca-699d-4e83-b590-3f083b3f3332" providerId="ADAL" clId="{E0CF44B6-9F44-2C45-BC4A-03020203D532}" dt="2022-09-18T16:39:22.765" v="402" actId="1076"/>
          <ac:spMkLst>
            <pc:docMk/>
            <pc:sldMk cId="117699191" sldId="315"/>
            <ac:spMk id="6" creationId="{9CE9D493-5564-5343-ABE1-9F6EB220050A}"/>
          </ac:spMkLst>
        </pc:spChg>
        <pc:spChg chg="mod">
          <ac:chgData name="영욱 김" userId="6ad1e3ca-699d-4e83-b590-3f083b3f3332" providerId="ADAL" clId="{E0CF44B6-9F44-2C45-BC4A-03020203D532}" dt="2022-09-18T16:39:22.765" v="402" actId="1076"/>
          <ac:spMkLst>
            <pc:docMk/>
            <pc:sldMk cId="117699191" sldId="315"/>
            <ac:spMk id="7" creationId="{07655691-5879-404D-8075-B27ED8F14C14}"/>
          </ac:spMkLst>
        </pc:spChg>
        <pc:spChg chg="mod">
          <ac:chgData name="영욱 김" userId="6ad1e3ca-699d-4e83-b590-3f083b3f3332" providerId="ADAL" clId="{E0CF44B6-9F44-2C45-BC4A-03020203D532}" dt="2022-09-18T16:39:22.765" v="402" actId="1076"/>
          <ac:spMkLst>
            <pc:docMk/>
            <pc:sldMk cId="117699191" sldId="315"/>
            <ac:spMk id="8" creationId="{687030EB-05B0-1044-9063-9D1C2F280B26}"/>
          </ac:spMkLst>
        </pc:spChg>
        <pc:spChg chg="mod">
          <ac:chgData name="영욱 김" userId="6ad1e3ca-699d-4e83-b590-3f083b3f3332" providerId="ADAL" clId="{E0CF44B6-9F44-2C45-BC4A-03020203D532}" dt="2022-09-18T16:39:22.765" v="402" actId="1076"/>
          <ac:spMkLst>
            <pc:docMk/>
            <pc:sldMk cId="117699191" sldId="315"/>
            <ac:spMk id="10" creationId="{7EF22EB4-2CFB-0C46-BD30-AFB60CA989B4}"/>
          </ac:spMkLst>
        </pc:spChg>
        <pc:spChg chg="mod">
          <ac:chgData name="영욱 김" userId="6ad1e3ca-699d-4e83-b590-3f083b3f3332" providerId="ADAL" clId="{E0CF44B6-9F44-2C45-BC4A-03020203D532}" dt="2022-09-18T16:39:22.765" v="402" actId="1076"/>
          <ac:spMkLst>
            <pc:docMk/>
            <pc:sldMk cId="117699191" sldId="315"/>
            <ac:spMk id="12" creationId="{73D84920-C753-0744-A9CB-5BD19131044F}"/>
          </ac:spMkLst>
        </pc:spChg>
        <pc:grpChg chg="mod">
          <ac:chgData name="영욱 김" userId="6ad1e3ca-699d-4e83-b590-3f083b3f3332" providerId="ADAL" clId="{E0CF44B6-9F44-2C45-BC4A-03020203D532}" dt="2022-09-18T16:39:22.765" v="402" actId="1076"/>
          <ac:grpSpMkLst>
            <pc:docMk/>
            <pc:sldMk cId="117699191" sldId="315"/>
            <ac:grpSpMk id="4" creationId="{742733D4-3323-694A-BA52-9CAE31EB283C}"/>
          </ac:grpSpMkLst>
        </pc:grpChg>
        <pc:grpChg chg="mod">
          <ac:chgData name="영욱 김" userId="6ad1e3ca-699d-4e83-b590-3f083b3f3332" providerId="ADAL" clId="{E0CF44B6-9F44-2C45-BC4A-03020203D532}" dt="2022-09-18T16:39:22.765" v="402" actId="1076"/>
          <ac:grpSpMkLst>
            <pc:docMk/>
            <pc:sldMk cId="117699191" sldId="315"/>
            <ac:grpSpMk id="5" creationId="{D8760A79-5C33-D240-B639-C2FDDCE87A71}"/>
          </ac:grpSpMkLst>
        </pc:grpChg>
        <pc:picChg chg="mod">
          <ac:chgData name="영욱 김" userId="6ad1e3ca-699d-4e83-b590-3f083b3f3332" providerId="ADAL" clId="{E0CF44B6-9F44-2C45-BC4A-03020203D532}" dt="2022-09-18T16:39:22.765" v="402" actId="1076"/>
          <ac:picMkLst>
            <pc:docMk/>
            <pc:sldMk cId="117699191" sldId="315"/>
            <ac:picMk id="11" creationId="{940E17A0-E441-E34E-8CC5-ADC4573FE498}"/>
          </ac:picMkLst>
        </pc:picChg>
        <pc:picChg chg="mod">
          <ac:chgData name="영욱 김" userId="6ad1e3ca-699d-4e83-b590-3f083b3f3332" providerId="ADAL" clId="{E0CF44B6-9F44-2C45-BC4A-03020203D532}" dt="2022-09-18T16:39:38.269" v="406" actId="1036"/>
          <ac:picMkLst>
            <pc:docMk/>
            <pc:sldMk cId="117699191" sldId="315"/>
            <ac:picMk id="13" creationId="{39563C47-0C86-2648-80DC-897D296565A0}"/>
          </ac:picMkLst>
        </pc:picChg>
        <pc:picChg chg="mod">
          <ac:chgData name="영욱 김" userId="6ad1e3ca-699d-4e83-b590-3f083b3f3332" providerId="ADAL" clId="{E0CF44B6-9F44-2C45-BC4A-03020203D532}" dt="2022-09-18T16:39:22.765" v="402" actId="1076"/>
          <ac:picMkLst>
            <pc:docMk/>
            <pc:sldMk cId="117699191" sldId="315"/>
            <ac:picMk id="14" creationId="{11FDC0F5-D78C-744C-8822-59BA650E6C47}"/>
          </ac:picMkLst>
        </pc:picChg>
        <pc:picChg chg="mod">
          <ac:chgData name="영욱 김" userId="6ad1e3ca-699d-4e83-b590-3f083b3f3332" providerId="ADAL" clId="{E0CF44B6-9F44-2C45-BC4A-03020203D532}" dt="2022-09-18T16:39:22.765" v="402" actId="1076"/>
          <ac:picMkLst>
            <pc:docMk/>
            <pc:sldMk cId="117699191" sldId="315"/>
            <ac:picMk id="15" creationId="{F2315042-6736-424A-BAD0-4E09CC18FF64}"/>
          </ac:picMkLst>
        </pc:picChg>
        <pc:picChg chg="add mod">
          <ac:chgData name="영욱 김" userId="6ad1e3ca-699d-4e83-b590-3f083b3f3332" providerId="ADAL" clId="{E0CF44B6-9F44-2C45-BC4A-03020203D532}" dt="2022-09-18T16:39:22.765" v="402" actId="1076"/>
          <ac:picMkLst>
            <pc:docMk/>
            <pc:sldMk cId="117699191" sldId="315"/>
            <ac:picMk id="16" creationId="{0F02BA27-9F14-96BD-55BE-3C98769118C9}"/>
          </ac:picMkLst>
        </pc:picChg>
        <pc:picChg chg="add mod">
          <ac:chgData name="영욱 김" userId="6ad1e3ca-699d-4e83-b590-3f083b3f3332" providerId="ADAL" clId="{E0CF44B6-9F44-2C45-BC4A-03020203D532}" dt="2022-09-18T16:39:22.765" v="402" actId="1076"/>
          <ac:picMkLst>
            <pc:docMk/>
            <pc:sldMk cId="117699191" sldId="315"/>
            <ac:picMk id="17" creationId="{17F6F9F9-7971-E235-7A25-DC3D70719CB0}"/>
          </ac:picMkLst>
        </pc:picChg>
        <pc:picChg chg="add mod">
          <ac:chgData name="영욱 김" userId="6ad1e3ca-699d-4e83-b590-3f083b3f3332" providerId="ADAL" clId="{E0CF44B6-9F44-2C45-BC4A-03020203D532}" dt="2022-09-18T16:39:22.765" v="402" actId="1076"/>
          <ac:picMkLst>
            <pc:docMk/>
            <pc:sldMk cId="117699191" sldId="315"/>
            <ac:picMk id="18" creationId="{CDF46AB2-0F5B-6663-0F2A-A0AB3AD03CF5}"/>
          </ac:picMkLst>
        </pc:picChg>
        <pc:picChg chg="mod">
          <ac:chgData name="영욱 김" userId="6ad1e3ca-699d-4e83-b590-3f083b3f3332" providerId="ADAL" clId="{E0CF44B6-9F44-2C45-BC4A-03020203D532}" dt="2022-09-18T16:39:22.765" v="402" actId="1076"/>
          <ac:picMkLst>
            <pc:docMk/>
            <pc:sldMk cId="117699191" sldId="315"/>
            <ac:picMk id="1026" creationId="{1D62A2FB-E19C-114C-A114-3CDE2360D08A}"/>
          </ac:picMkLst>
        </pc:picChg>
        <pc:picChg chg="mod">
          <ac:chgData name="영욱 김" userId="6ad1e3ca-699d-4e83-b590-3f083b3f3332" providerId="ADAL" clId="{E0CF44B6-9F44-2C45-BC4A-03020203D532}" dt="2022-09-18T16:39:22.765" v="402" actId="1076"/>
          <ac:picMkLst>
            <pc:docMk/>
            <pc:sldMk cId="117699191" sldId="315"/>
            <ac:picMk id="1028" creationId="{923BAA41-0029-A04C-9D82-FD6A79FE9328}"/>
          </ac:picMkLst>
        </pc:picChg>
        <pc:cxnChg chg="mod">
          <ac:chgData name="영욱 김" userId="6ad1e3ca-699d-4e83-b590-3f083b3f3332" providerId="ADAL" clId="{E0CF44B6-9F44-2C45-BC4A-03020203D532}" dt="2022-09-18T16:39:22.765" v="402" actId="1076"/>
          <ac:cxnSpMkLst>
            <pc:docMk/>
            <pc:sldMk cId="117699191" sldId="315"/>
            <ac:cxnSpMk id="9" creationId="{A09AEC75-91FF-D24A-BC43-4A36E32418E0}"/>
          </ac:cxnSpMkLst>
        </pc:cxnChg>
      </pc:sldChg>
      <pc:sldChg chg="add">
        <pc:chgData name="영욱 김" userId="6ad1e3ca-699d-4e83-b590-3f083b3f3332" providerId="ADAL" clId="{E0CF44B6-9F44-2C45-BC4A-03020203D532}" dt="2022-09-20T00:44:46.056" v="415"/>
        <pc:sldMkLst>
          <pc:docMk/>
          <pc:sldMk cId="4282942544" sldId="318"/>
        </pc:sldMkLst>
      </pc:sldChg>
      <pc:sldChg chg="add del">
        <pc:chgData name="영욱 김" userId="6ad1e3ca-699d-4e83-b590-3f083b3f3332" providerId="ADAL" clId="{E0CF44B6-9F44-2C45-BC4A-03020203D532}" dt="2022-09-20T01:08:58.833" v="474" actId="2696"/>
        <pc:sldMkLst>
          <pc:docMk/>
          <pc:sldMk cId="893476650" sldId="319"/>
        </pc:sldMkLst>
      </pc:sldChg>
      <pc:sldChg chg="add del">
        <pc:chgData name="영욱 김" userId="6ad1e3ca-699d-4e83-b590-3f083b3f3332" providerId="ADAL" clId="{E0CF44B6-9F44-2C45-BC4A-03020203D532}" dt="2022-09-20T01:08:58.833" v="474" actId="2696"/>
        <pc:sldMkLst>
          <pc:docMk/>
          <pc:sldMk cId="749757243" sldId="323"/>
        </pc:sldMkLst>
      </pc:sldChg>
      <pc:sldChg chg="add">
        <pc:chgData name="영욱 김" userId="6ad1e3ca-699d-4e83-b590-3f083b3f3332" providerId="ADAL" clId="{E0CF44B6-9F44-2C45-BC4A-03020203D532}" dt="2022-09-20T00:44:46.056" v="415"/>
        <pc:sldMkLst>
          <pc:docMk/>
          <pc:sldMk cId="2153969477" sldId="324"/>
        </pc:sldMkLst>
      </pc:sldChg>
      <pc:sldChg chg="add">
        <pc:chgData name="영욱 김" userId="6ad1e3ca-699d-4e83-b590-3f083b3f3332" providerId="ADAL" clId="{E0CF44B6-9F44-2C45-BC4A-03020203D532}" dt="2022-09-20T00:44:46.056" v="415"/>
        <pc:sldMkLst>
          <pc:docMk/>
          <pc:sldMk cId="927950740" sldId="325"/>
        </pc:sldMkLst>
      </pc:sldChg>
      <pc:sldChg chg="add">
        <pc:chgData name="영욱 김" userId="6ad1e3ca-699d-4e83-b590-3f083b3f3332" providerId="ADAL" clId="{E0CF44B6-9F44-2C45-BC4A-03020203D532}" dt="2022-09-20T00:44:46.056" v="415"/>
        <pc:sldMkLst>
          <pc:docMk/>
          <pc:sldMk cId="4184353667" sldId="326"/>
        </pc:sldMkLst>
      </pc:sldChg>
      <pc:sldChg chg="add">
        <pc:chgData name="영욱 김" userId="6ad1e3ca-699d-4e83-b590-3f083b3f3332" providerId="ADAL" clId="{E0CF44B6-9F44-2C45-BC4A-03020203D532}" dt="2022-09-20T00:44:46.056" v="415"/>
        <pc:sldMkLst>
          <pc:docMk/>
          <pc:sldMk cId="4141758947" sldId="327"/>
        </pc:sldMkLst>
      </pc:sldChg>
      <pc:sldChg chg="add">
        <pc:chgData name="영욱 김" userId="6ad1e3ca-699d-4e83-b590-3f083b3f3332" providerId="ADAL" clId="{E0CF44B6-9F44-2C45-BC4A-03020203D532}" dt="2022-09-20T00:44:46.056" v="415"/>
        <pc:sldMkLst>
          <pc:docMk/>
          <pc:sldMk cId="399373453" sldId="328"/>
        </pc:sldMkLst>
      </pc:sldChg>
      <pc:sldChg chg="add">
        <pc:chgData name="영욱 김" userId="6ad1e3ca-699d-4e83-b590-3f083b3f3332" providerId="ADAL" clId="{E0CF44B6-9F44-2C45-BC4A-03020203D532}" dt="2022-09-20T00:44:46.056" v="415"/>
        <pc:sldMkLst>
          <pc:docMk/>
          <pc:sldMk cId="1983608639" sldId="352"/>
        </pc:sldMkLst>
      </pc:sldChg>
      <pc:sldChg chg="addSp delSp modSp add mod ord">
        <pc:chgData name="영욱 김" userId="6ad1e3ca-699d-4e83-b590-3f083b3f3332" providerId="ADAL" clId="{E0CF44B6-9F44-2C45-BC4A-03020203D532}" dt="2022-09-18T16:41:06.083" v="411" actId="478"/>
        <pc:sldMkLst>
          <pc:docMk/>
          <pc:sldMk cId="2391782759" sldId="495"/>
        </pc:sldMkLst>
        <pc:spChg chg="add mod">
          <ac:chgData name="영욱 김" userId="6ad1e3ca-699d-4e83-b590-3f083b3f3332" providerId="ADAL" clId="{E0CF44B6-9F44-2C45-BC4A-03020203D532}" dt="2022-09-18T15:45:17.462" v="331" actId="255"/>
          <ac:spMkLst>
            <pc:docMk/>
            <pc:sldMk cId="2391782759" sldId="495"/>
            <ac:spMk id="2" creationId="{96D8FF99-EFD7-9997-DCBC-62860B3BB6A0}"/>
          </ac:spMkLst>
        </pc:spChg>
        <pc:spChg chg="del mod">
          <ac:chgData name="영욱 김" userId="6ad1e3ca-699d-4e83-b590-3f083b3f3332" providerId="ADAL" clId="{E0CF44B6-9F44-2C45-BC4A-03020203D532}" dt="2022-09-18T16:41:06.083" v="411" actId="478"/>
          <ac:spMkLst>
            <pc:docMk/>
            <pc:sldMk cId="2391782759" sldId="495"/>
            <ac:spMk id="4" creationId="{00000000-0000-0000-0000-000000000000}"/>
          </ac:spMkLst>
        </pc:spChg>
      </pc:sldChg>
      <pc:sldChg chg="delSp modSp add mod">
        <pc:chgData name="영욱 김" userId="6ad1e3ca-699d-4e83-b590-3f083b3f3332" providerId="ADAL" clId="{E0CF44B6-9F44-2C45-BC4A-03020203D532}" dt="2022-09-18T16:38:40.045" v="395" actId="1076"/>
        <pc:sldMkLst>
          <pc:docMk/>
          <pc:sldMk cId="3934494774" sldId="2974"/>
        </pc:sldMkLst>
        <pc:picChg chg="mod">
          <ac:chgData name="영욱 김" userId="6ad1e3ca-699d-4e83-b590-3f083b3f3332" providerId="ADAL" clId="{E0CF44B6-9F44-2C45-BC4A-03020203D532}" dt="2022-09-18T16:38:40.045" v="395" actId="1076"/>
          <ac:picMkLst>
            <pc:docMk/>
            <pc:sldMk cId="3934494774" sldId="2974"/>
            <ac:picMk id="2" creationId="{00000000-0000-0000-0000-000000000000}"/>
          </ac:picMkLst>
        </pc:picChg>
        <pc:picChg chg="del">
          <ac:chgData name="영욱 김" userId="6ad1e3ca-699d-4e83-b590-3f083b3f3332" providerId="ADAL" clId="{E0CF44B6-9F44-2C45-BC4A-03020203D532}" dt="2022-09-18T16:38:36.499" v="394" actId="21"/>
          <ac:picMkLst>
            <pc:docMk/>
            <pc:sldMk cId="3934494774" sldId="2974"/>
            <ac:picMk id="4" creationId="{13C005D3-5E21-94A6-67EE-2553C3191820}"/>
          </ac:picMkLst>
        </pc:picChg>
        <pc:picChg chg="del">
          <ac:chgData name="영욱 김" userId="6ad1e3ca-699d-4e83-b590-3f083b3f3332" providerId="ADAL" clId="{E0CF44B6-9F44-2C45-BC4A-03020203D532}" dt="2022-09-18T16:38:36.499" v="394" actId="21"/>
          <ac:picMkLst>
            <pc:docMk/>
            <pc:sldMk cId="3934494774" sldId="2974"/>
            <ac:picMk id="7" creationId="{AB9D2D0D-188A-A444-F82D-E891D65A1E13}"/>
          </ac:picMkLst>
        </pc:picChg>
      </pc:sldChg>
      <pc:sldChg chg="add">
        <pc:chgData name="영욱 김" userId="6ad1e3ca-699d-4e83-b590-3f083b3f3332" providerId="ADAL" clId="{E0CF44B6-9F44-2C45-BC4A-03020203D532}" dt="2022-09-20T00:44:46.056" v="415"/>
        <pc:sldMkLst>
          <pc:docMk/>
          <pc:sldMk cId="3945581758" sldId="2975"/>
        </pc:sldMkLst>
      </pc:sldChg>
      <pc:sldChg chg="delSp modSp add mod ord">
        <pc:chgData name="영욱 김" userId="6ad1e3ca-699d-4e83-b590-3f083b3f3332" providerId="ADAL" clId="{E0CF44B6-9F44-2C45-BC4A-03020203D532}" dt="2022-09-18T15:41:37.951" v="246" actId="20577"/>
        <pc:sldMkLst>
          <pc:docMk/>
          <pc:sldMk cId="1798778743" sldId="4454"/>
        </pc:sldMkLst>
        <pc:spChg chg="mod">
          <ac:chgData name="영욱 김" userId="6ad1e3ca-699d-4e83-b590-3f083b3f3332" providerId="ADAL" clId="{E0CF44B6-9F44-2C45-BC4A-03020203D532}" dt="2022-09-18T15:41:18.867" v="224" actId="20577"/>
          <ac:spMkLst>
            <pc:docMk/>
            <pc:sldMk cId="1798778743" sldId="4454"/>
            <ac:spMk id="12" creationId="{BE0A2980-AD0F-45DC-A979-EAC7E88B7AF4}"/>
          </ac:spMkLst>
        </pc:spChg>
        <pc:spChg chg="mod">
          <ac:chgData name="영욱 김" userId="6ad1e3ca-699d-4e83-b590-3f083b3f3332" providerId="ADAL" clId="{E0CF44B6-9F44-2C45-BC4A-03020203D532}" dt="2022-09-18T15:40:25.392" v="201" actId="20577"/>
          <ac:spMkLst>
            <pc:docMk/>
            <pc:sldMk cId="1798778743" sldId="4454"/>
            <ac:spMk id="14" creationId="{7EFBB696-6AF5-416B-A5D3-19D1F20F7014}"/>
          </ac:spMkLst>
        </pc:spChg>
        <pc:spChg chg="del">
          <ac:chgData name="영욱 김" userId="6ad1e3ca-699d-4e83-b590-3f083b3f3332" providerId="ADAL" clId="{E0CF44B6-9F44-2C45-BC4A-03020203D532}" dt="2022-09-18T15:41:24.973" v="225" actId="478"/>
          <ac:spMkLst>
            <pc:docMk/>
            <pc:sldMk cId="1798778743" sldId="4454"/>
            <ac:spMk id="15" creationId="{BE494FCA-78B7-416D-BE99-EE191E9A0E64}"/>
          </ac:spMkLst>
        </pc:spChg>
        <pc:spChg chg="mod">
          <ac:chgData name="영욱 김" userId="6ad1e3ca-699d-4e83-b590-3f083b3f3332" providerId="ADAL" clId="{E0CF44B6-9F44-2C45-BC4A-03020203D532}" dt="2022-09-18T15:41:37.951" v="246" actId="20577"/>
          <ac:spMkLst>
            <pc:docMk/>
            <pc:sldMk cId="1798778743" sldId="4454"/>
            <ac:spMk id="29" creationId="{F2E70E45-FB17-415E-A373-CB581181B1F7}"/>
          </ac:spMkLst>
        </pc:spChg>
      </pc:sldChg>
      <pc:sldChg chg="delSp modSp add mod ord">
        <pc:chgData name="영욱 김" userId="6ad1e3ca-699d-4e83-b590-3f083b3f3332" providerId="ADAL" clId="{E0CF44B6-9F44-2C45-BC4A-03020203D532}" dt="2022-09-18T15:42:49.694" v="248" actId="6549"/>
        <pc:sldMkLst>
          <pc:docMk/>
          <pc:sldMk cId="2016604326" sldId="4456"/>
        </pc:sldMkLst>
        <pc:spChg chg="mod">
          <ac:chgData name="영욱 김" userId="6ad1e3ca-699d-4e83-b590-3f083b3f3332" providerId="ADAL" clId="{E0CF44B6-9F44-2C45-BC4A-03020203D532}" dt="2022-09-18T15:42:49.694" v="248" actId="6549"/>
          <ac:spMkLst>
            <pc:docMk/>
            <pc:sldMk cId="2016604326" sldId="4456"/>
            <ac:spMk id="12" creationId="{BE0A2980-AD0F-45DC-A979-EAC7E88B7AF4}"/>
          </ac:spMkLst>
        </pc:spChg>
        <pc:spChg chg="del">
          <ac:chgData name="영욱 김" userId="6ad1e3ca-699d-4e83-b590-3f083b3f3332" providerId="ADAL" clId="{E0CF44B6-9F44-2C45-BC4A-03020203D532}" dt="2022-09-18T15:42:07.359" v="247" actId="478"/>
          <ac:spMkLst>
            <pc:docMk/>
            <pc:sldMk cId="2016604326" sldId="4456"/>
            <ac:spMk id="15" creationId="{BE494FCA-78B7-416D-BE99-EE191E9A0E64}"/>
          </ac:spMkLst>
        </pc:spChg>
      </pc:sldChg>
      <pc:sldChg chg="delSp modSp add mod">
        <pc:chgData name="영욱 김" userId="6ad1e3ca-699d-4e83-b590-3f083b3f3332" providerId="ADAL" clId="{E0CF44B6-9F44-2C45-BC4A-03020203D532}" dt="2022-09-18T16:41:12.630" v="412" actId="478"/>
        <pc:sldMkLst>
          <pc:docMk/>
          <pc:sldMk cId="2079372348" sldId="2076136780"/>
        </pc:sldMkLst>
        <pc:spChg chg="mod">
          <ac:chgData name="영욱 김" userId="6ad1e3ca-699d-4e83-b590-3f083b3f3332" providerId="ADAL" clId="{E0CF44B6-9F44-2C45-BC4A-03020203D532}" dt="2022-09-18T15:53:18.753" v="361"/>
          <ac:spMkLst>
            <pc:docMk/>
            <pc:sldMk cId="2079372348" sldId="2076136780"/>
            <ac:spMk id="12" creationId="{BE0A2980-AD0F-45DC-A979-EAC7E88B7AF4}"/>
          </ac:spMkLst>
        </pc:spChg>
        <pc:spChg chg="del">
          <ac:chgData name="영욱 김" userId="6ad1e3ca-699d-4e83-b590-3f083b3f3332" providerId="ADAL" clId="{E0CF44B6-9F44-2C45-BC4A-03020203D532}" dt="2022-09-18T16:41:12.630" v="412" actId="478"/>
          <ac:spMkLst>
            <pc:docMk/>
            <pc:sldMk cId="2079372348" sldId="2076136780"/>
            <ac:spMk id="15" creationId="{BE494FCA-78B7-416D-BE99-EE191E9A0E64}"/>
          </ac:spMkLst>
        </pc:spChg>
      </pc:sldChg>
      <pc:sldChg chg="modSp add mod">
        <pc:chgData name="영욱 김" userId="6ad1e3ca-699d-4e83-b590-3f083b3f3332" providerId="ADAL" clId="{E0CF44B6-9F44-2C45-BC4A-03020203D532}" dt="2022-09-20T00:46:38.572" v="473" actId="20577"/>
        <pc:sldMkLst>
          <pc:docMk/>
          <pc:sldMk cId="1119716931" sldId="2076136803"/>
        </pc:sldMkLst>
        <pc:spChg chg="mod">
          <ac:chgData name="영욱 김" userId="6ad1e3ca-699d-4e83-b590-3f083b3f3332" providerId="ADAL" clId="{E0CF44B6-9F44-2C45-BC4A-03020203D532}" dt="2022-09-20T00:46:38.572" v="473" actId="20577"/>
          <ac:spMkLst>
            <pc:docMk/>
            <pc:sldMk cId="1119716931" sldId="2076136803"/>
            <ac:spMk id="12" creationId="{BE0A2980-AD0F-45DC-A979-EAC7E88B7AF4}"/>
          </ac:spMkLst>
        </pc:spChg>
      </pc:sldChg>
      <pc:sldChg chg="add">
        <pc:chgData name="영욱 김" userId="6ad1e3ca-699d-4e83-b590-3f083b3f3332" providerId="ADAL" clId="{E0CF44B6-9F44-2C45-BC4A-03020203D532}" dt="2022-09-20T00:45:09.361" v="416"/>
        <pc:sldMkLst>
          <pc:docMk/>
          <pc:sldMk cId="387039301" sldId="2076136809"/>
        </pc:sldMkLst>
      </pc:sldChg>
      <pc:sldChg chg="add del ord">
        <pc:chgData name="영욱 김" userId="6ad1e3ca-699d-4e83-b590-3f083b3f3332" providerId="ADAL" clId="{E0CF44B6-9F44-2C45-BC4A-03020203D532}" dt="2022-09-20T00:45:09.361" v="416"/>
        <pc:sldMkLst>
          <pc:docMk/>
          <pc:sldMk cId="3351828359" sldId="2076136811"/>
        </pc:sldMkLst>
      </pc:sldChg>
      <pc:sldChg chg="add del">
        <pc:chgData name="영욱 김" userId="6ad1e3ca-699d-4e83-b590-3f083b3f3332" providerId="ADAL" clId="{E0CF44B6-9F44-2C45-BC4A-03020203D532}" dt="2022-09-20T00:45:09.361" v="416"/>
        <pc:sldMkLst>
          <pc:docMk/>
          <pc:sldMk cId="1441673668" sldId="2076136812"/>
        </pc:sldMkLst>
      </pc:sldChg>
      <pc:sldChg chg="addSp delSp modSp add mod">
        <pc:chgData name="영욱 김" userId="6ad1e3ca-699d-4e83-b590-3f083b3f3332" providerId="ADAL" clId="{E0CF44B6-9F44-2C45-BC4A-03020203D532}" dt="2022-09-20T15:57:21.165" v="847" actId="255"/>
        <pc:sldMkLst>
          <pc:docMk/>
          <pc:sldMk cId="871914778" sldId="2076136813"/>
        </pc:sldMkLst>
        <pc:spChg chg="add mod">
          <ac:chgData name="영욱 김" userId="6ad1e3ca-699d-4e83-b590-3f083b3f3332" providerId="ADAL" clId="{E0CF44B6-9F44-2C45-BC4A-03020203D532}" dt="2022-09-18T16:34:28.324" v="392" actId="14100"/>
          <ac:spMkLst>
            <pc:docMk/>
            <pc:sldMk cId="871914778" sldId="2076136813"/>
            <ac:spMk id="4" creationId="{2EC00194-F525-1C63-095B-99825594E729}"/>
          </ac:spMkLst>
        </pc:spChg>
        <pc:spChg chg="add mod">
          <ac:chgData name="영욱 김" userId="6ad1e3ca-699d-4e83-b590-3f083b3f3332" providerId="ADAL" clId="{E0CF44B6-9F44-2C45-BC4A-03020203D532}" dt="2022-09-20T15:57:21.165" v="847" actId="255"/>
          <ac:spMkLst>
            <pc:docMk/>
            <pc:sldMk cId="871914778" sldId="2076136813"/>
            <ac:spMk id="5" creationId="{D0B4E087-502E-5CB6-9F60-2619AC21B443}"/>
          </ac:spMkLst>
        </pc:spChg>
        <pc:spChg chg="mod">
          <ac:chgData name="영욱 김" userId="6ad1e3ca-699d-4e83-b590-3f083b3f3332" providerId="ADAL" clId="{E0CF44B6-9F44-2C45-BC4A-03020203D532}" dt="2022-09-18T15:54:15.709" v="380" actId="20577"/>
          <ac:spMkLst>
            <pc:docMk/>
            <pc:sldMk cId="871914778" sldId="2076136813"/>
            <ac:spMk id="12" creationId="{BE0A2980-AD0F-45DC-A979-EAC7E88B7AF4}"/>
          </ac:spMkLst>
        </pc:spChg>
        <pc:spChg chg="mod">
          <ac:chgData name="영욱 김" userId="6ad1e3ca-699d-4e83-b590-3f083b3f3332" providerId="ADAL" clId="{E0CF44B6-9F44-2C45-BC4A-03020203D532}" dt="2022-09-20T15:56:53.877" v="833" actId="20577"/>
          <ac:spMkLst>
            <pc:docMk/>
            <pc:sldMk cId="871914778" sldId="2076136813"/>
            <ac:spMk id="14" creationId="{7EFBB696-6AF5-416B-A5D3-19D1F20F7014}"/>
          </ac:spMkLst>
        </pc:spChg>
        <pc:spChg chg="del">
          <ac:chgData name="영욱 김" userId="6ad1e3ca-699d-4e83-b590-3f083b3f3332" providerId="ADAL" clId="{E0CF44B6-9F44-2C45-BC4A-03020203D532}" dt="2022-09-18T15:47:01.924" v="334" actId="478"/>
          <ac:spMkLst>
            <pc:docMk/>
            <pc:sldMk cId="871914778" sldId="2076136813"/>
            <ac:spMk id="57" creationId="{722E7CFF-9B6D-4DC0-A2F8-43A1C6B5DCAB}"/>
          </ac:spMkLst>
        </pc:spChg>
        <pc:spChg chg="del">
          <ac:chgData name="영욱 김" userId="6ad1e3ca-699d-4e83-b590-3f083b3f3332" providerId="ADAL" clId="{E0CF44B6-9F44-2C45-BC4A-03020203D532}" dt="2022-09-18T15:47:01.924" v="334" actId="478"/>
          <ac:spMkLst>
            <pc:docMk/>
            <pc:sldMk cId="871914778" sldId="2076136813"/>
            <ac:spMk id="58" creationId="{6233D204-D17F-4CF4-963B-29CE84E28F3B}"/>
          </ac:spMkLst>
        </pc:spChg>
        <pc:spChg chg="del">
          <ac:chgData name="영욱 김" userId="6ad1e3ca-699d-4e83-b590-3f083b3f3332" providerId="ADAL" clId="{E0CF44B6-9F44-2C45-BC4A-03020203D532}" dt="2022-09-18T15:47:01.924" v="334" actId="478"/>
          <ac:spMkLst>
            <pc:docMk/>
            <pc:sldMk cId="871914778" sldId="2076136813"/>
            <ac:spMk id="59" creationId="{004737AC-BB3D-4C1B-909B-A23FB319A5B9}"/>
          </ac:spMkLst>
        </pc:spChg>
        <pc:spChg chg="del">
          <ac:chgData name="영욱 김" userId="6ad1e3ca-699d-4e83-b590-3f083b3f3332" providerId="ADAL" clId="{E0CF44B6-9F44-2C45-BC4A-03020203D532}" dt="2022-09-18T15:47:01.924" v="334" actId="478"/>
          <ac:spMkLst>
            <pc:docMk/>
            <pc:sldMk cId="871914778" sldId="2076136813"/>
            <ac:spMk id="60" creationId="{FA945D01-9C37-4A5B-80E1-0E9253F1ABFD}"/>
          </ac:spMkLst>
        </pc:spChg>
        <pc:spChg chg="del">
          <ac:chgData name="영욱 김" userId="6ad1e3ca-699d-4e83-b590-3f083b3f3332" providerId="ADAL" clId="{E0CF44B6-9F44-2C45-BC4A-03020203D532}" dt="2022-09-18T15:47:01.924" v="334" actId="478"/>
          <ac:spMkLst>
            <pc:docMk/>
            <pc:sldMk cId="871914778" sldId="2076136813"/>
            <ac:spMk id="64" creationId="{66DF7665-BC6F-4E5A-8674-2BBF4D147C71}"/>
          </ac:spMkLst>
        </pc:spChg>
        <pc:spChg chg="del">
          <ac:chgData name="영욱 김" userId="6ad1e3ca-699d-4e83-b590-3f083b3f3332" providerId="ADAL" clId="{E0CF44B6-9F44-2C45-BC4A-03020203D532}" dt="2022-09-18T15:47:01.924" v="334" actId="478"/>
          <ac:spMkLst>
            <pc:docMk/>
            <pc:sldMk cId="871914778" sldId="2076136813"/>
            <ac:spMk id="66" creationId="{5AB5EA23-2AA7-4A96-945C-B6333FC53DF6}"/>
          </ac:spMkLst>
        </pc:spChg>
        <pc:spChg chg="del">
          <ac:chgData name="영욱 김" userId="6ad1e3ca-699d-4e83-b590-3f083b3f3332" providerId="ADAL" clId="{E0CF44B6-9F44-2C45-BC4A-03020203D532}" dt="2022-09-18T15:47:01.924" v="334" actId="478"/>
          <ac:spMkLst>
            <pc:docMk/>
            <pc:sldMk cId="871914778" sldId="2076136813"/>
            <ac:spMk id="67" creationId="{133F34C2-C8A1-4DD7-AF30-56A91F5DFC05}"/>
          </ac:spMkLst>
        </pc:spChg>
        <pc:grpChg chg="del">
          <ac:chgData name="영욱 김" userId="6ad1e3ca-699d-4e83-b590-3f083b3f3332" providerId="ADAL" clId="{E0CF44B6-9F44-2C45-BC4A-03020203D532}" dt="2022-09-18T15:47:01.924" v="334" actId="478"/>
          <ac:grpSpMkLst>
            <pc:docMk/>
            <pc:sldMk cId="871914778" sldId="2076136813"/>
            <ac:grpSpMk id="61" creationId="{E012952B-798C-4742-8846-E2B46A0317E8}"/>
          </ac:grpSpMkLst>
        </pc:grpChg>
        <pc:picChg chg="add del mod">
          <ac:chgData name="영욱 김" userId="6ad1e3ca-699d-4e83-b590-3f083b3f3332" providerId="ADAL" clId="{E0CF44B6-9F44-2C45-BC4A-03020203D532}" dt="2022-09-20T15:55:04.041" v="475" actId="478"/>
          <ac:picMkLst>
            <pc:docMk/>
            <pc:sldMk cId="871914778" sldId="2076136813"/>
            <ac:picMk id="2" creationId="{BBE2D27D-45AD-1D3E-ADCC-70EE48DC078D}"/>
          </ac:picMkLst>
        </pc:picChg>
        <pc:picChg chg="del">
          <ac:chgData name="영욱 김" userId="6ad1e3ca-699d-4e83-b590-3f083b3f3332" providerId="ADAL" clId="{E0CF44B6-9F44-2C45-BC4A-03020203D532}" dt="2022-09-18T15:47:01.924" v="334" actId="478"/>
          <ac:picMkLst>
            <pc:docMk/>
            <pc:sldMk cId="871914778" sldId="2076136813"/>
            <ac:picMk id="65" creationId="{E7D62E2F-8157-482E-A634-D24B11E08FAD}"/>
          </ac:picMkLst>
        </pc:picChg>
        <pc:picChg chg="add mod">
          <ac:chgData name="영욱 김" userId="6ad1e3ca-699d-4e83-b590-3f083b3f3332" providerId="ADAL" clId="{E0CF44B6-9F44-2C45-BC4A-03020203D532}" dt="2022-09-20T15:55:12.414" v="478" actId="1076"/>
          <ac:picMkLst>
            <pc:docMk/>
            <pc:sldMk cId="871914778" sldId="2076136813"/>
            <ac:picMk id="1026" creationId="{5D6C8A58-B5D2-A44D-013B-5CF3CE8987EC}"/>
          </ac:picMkLst>
        </pc:picChg>
      </pc:sldChg>
      <pc:sldChg chg="addSp delSp modSp new mod">
        <pc:chgData name="영욱 김" userId="6ad1e3ca-699d-4e83-b590-3f083b3f3332" providerId="ADAL" clId="{E0CF44B6-9F44-2C45-BC4A-03020203D532}" dt="2022-09-18T16:31:21.672" v="384" actId="1076"/>
        <pc:sldMkLst>
          <pc:docMk/>
          <pc:sldMk cId="429829029" sldId="2076136814"/>
        </pc:sldMkLst>
        <pc:spChg chg="del">
          <ac:chgData name="영욱 김" userId="6ad1e3ca-699d-4e83-b590-3f083b3f3332" providerId="ADAL" clId="{E0CF44B6-9F44-2C45-BC4A-03020203D532}" dt="2022-09-18T16:31:18.030" v="382" actId="478"/>
          <ac:spMkLst>
            <pc:docMk/>
            <pc:sldMk cId="429829029" sldId="2076136814"/>
            <ac:spMk id="2" creationId="{A0C77047-735F-6E2C-E93D-6DEDD6AD4FAB}"/>
          </ac:spMkLst>
        </pc:spChg>
        <pc:spChg chg="del">
          <ac:chgData name="영욱 김" userId="6ad1e3ca-699d-4e83-b590-3f083b3f3332" providerId="ADAL" clId="{E0CF44B6-9F44-2C45-BC4A-03020203D532}" dt="2022-09-18T16:31:18.030" v="382" actId="478"/>
          <ac:spMkLst>
            <pc:docMk/>
            <pc:sldMk cId="429829029" sldId="2076136814"/>
            <ac:spMk id="3" creationId="{2D589165-FF60-FB98-3B62-4F0DE839EE05}"/>
          </ac:spMkLst>
        </pc:spChg>
        <pc:spChg chg="del">
          <ac:chgData name="영욱 김" userId="6ad1e3ca-699d-4e83-b590-3f083b3f3332" providerId="ADAL" clId="{E0CF44B6-9F44-2C45-BC4A-03020203D532}" dt="2022-09-18T16:31:18.030" v="382" actId="478"/>
          <ac:spMkLst>
            <pc:docMk/>
            <pc:sldMk cId="429829029" sldId="2076136814"/>
            <ac:spMk id="4" creationId="{95C504D1-0133-466A-824D-D6E70CB0CBD9}"/>
          </ac:spMkLst>
        </pc:spChg>
        <pc:picChg chg="add mod">
          <ac:chgData name="영욱 김" userId="6ad1e3ca-699d-4e83-b590-3f083b3f3332" providerId="ADAL" clId="{E0CF44B6-9F44-2C45-BC4A-03020203D532}" dt="2022-09-18T16:31:21.672" v="384" actId="1076"/>
          <ac:picMkLst>
            <pc:docMk/>
            <pc:sldMk cId="429829029" sldId="2076136814"/>
            <ac:picMk id="5" creationId="{E5CBA4E6-E842-6716-769F-045CA2ED92CA}"/>
          </ac:picMkLst>
        </pc:picChg>
      </pc:sldChg>
      <pc:sldChg chg="add">
        <pc:chgData name="영욱 김" userId="6ad1e3ca-699d-4e83-b590-3f083b3f3332" providerId="ADAL" clId="{E0CF44B6-9F44-2C45-BC4A-03020203D532}" dt="2022-09-20T00:44:46.056" v="415"/>
        <pc:sldMkLst>
          <pc:docMk/>
          <pc:sldMk cId="206488490" sldId="2076136815"/>
        </pc:sldMkLst>
      </pc:sldChg>
      <pc:sldChg chg="add del">
        <pc:chgData name="영욱 김" userId="6ad1e3ca-699d-4e83-b590-3f083b3f3332" providerId="ADAL" clId="{E0CF44B6-9F44-2C45-BC4A-03020203D532}" dt="2022-09-20T00:45:27.147" v="417" actId="2696"/>
        <pc:sldMkLst>
          <pc:docMk/>
          <pc:sldMk cId="4000113508" sldId="2076136816"/>
        </pc:sldMkLst>
      </pc:sldChg>
      <pc:sldChg chg="add del">
        <pc:chgData name="영욱 김" userId="6ad1e3ca-699d-4e83-b590-3f083b3f3332" providerId="ADAL" clId="{E0CF44B6-9F44-2C45-BC4A-03020203D532}" dt="2022-09-20T00:45:32.673" v="418" actId="2696"/>
        <pc:sldMkLst>
          <pc:docMk/>
          <pc:sldMk cId="2737099385" sldId="2076136817"/>
        </pc:sldMkLst>
      </pc:sldChg>
      <pc:sldChg chg="add">
        <pc:chgData name="영욱 김" userId="6ad1e3ca-699d-4e83-b590-3f083b3f3332" providerId="ADAL" clId="{E0CF44B6-9F44-2C45-BC4A-03020203D532}" dt="2022-09-20T00:44:46.056" v="415"/>
        <pc:sldMkLst>
          <pc:docMk/>
          <pc:sldMk cId="2796985486" sldId="2076136818"/>
        </pc:sldMkLst>
      </pc:sldChg>
      <pc:sldChg chg="add del">
        <pc:chgData name="영욱 김" userId="6ad1e3ca-699d-4e83-b590-3f083b3f3332" providerId="ADAL" clId="{E0CF44B6-9F44-2C45-BC4A-03020203D532}" dt="2022-09-20T00:45:44.425" v="419" actId="2696"/>
        <pc:sldMkLst>
          <pc:docMk/>
          <pc:sldMk cId="1288624681" sldId="2076136819"/>
        </pc:sldMkLst>
      </pc:sldChg>
      <pc:sldChg chg="add">
        <pc:chgData name="영욱 김" userId="6ad1e3ca-699d-4e83-b590-3f083b3f3332" providerId="ADAL" clId="{E0CF44B6-9F44-2C45-BC4A-03020203D532}" dt="2022-09-20T00:45:09.361" v="416"/>
        <pc:sldMkLst>
          <pc:docMk/>
          <pc:sldMk cId="2174327491" sldId="2076136820"/>
        </pc:sldMkLst>
      </pc:sldChg>
      <pc:sldChg chg="add">
        <pc:chgData name="영욱 김" userId="6ad1e3ca-699d-4e83-b590-3f083b3f3332" providerId="ADAL" clId="{E0CF44B6-9F44-2C45-BC4A-03020203D532}" dt="2022-09-20T00:45:09.361" v="416"/>
        <pc:sldMkLst>
          <pc:docMk/>
          <pc:sldMk cId="3361182413" sldId="2076136821"/>
        </pc:sldMkLst>
      </pc:sldChg>
      <pc:sldChg chg="modSp add mod">
        <pc:chgData name="영욱 김" userId="6ad1e3ca-699d-4e83-b590-3f083b3f3332" providerId="ADAL" clId="{E0CF44B6-9F44-2C45-BC4A-03020203D532}" dt="2022-09-20T00:46:08.405" v="470" actId="20577"/>
        <pc:sldMkLst>
          <pc:docMk/>
          <pc:sldMk cId="2883714385" sldId="2076136822"/>
        </pc:sldMkLst>
        <pc:spChg chg="mod">
          <ac:chgData name="영욱 김" userId="6ad1e3ca-699d-4e83-b590-3f083b3f3332" providerId="ADAL" clId="{E0CF44B6-9F44-2C45-BC4A-03020203D532}" dt="2022-09-20T00:46:08.405" v="470" actId="20577"/>
          <ac:spMkLst>
            <pc:docMk/>
            <pc:sldMk cId="2883714385" sldId="2076136822"/>
            <ac:spMk id="5" creationId="{86EF36D9-41B5-0D4F-B112-66548CF4C39C}"/>
          </ac:spMkLst>
        </pc:spChg>
      </pc:sldChg>
      <pc:sldMasterChg chg="delSldLayout modSldLayout">
        <pc:chgData name="영욱 김" userId="6ad1e3ca-699d-4e83-b590-3f083b3f3332" providerId="ADAL" clId="{E0CF44B6-9F44-2C45-BC4A-03020203D532}" dt="2022-09-20T01:08:58.833" v="474" actId="2696"/>
        <pc:sldMasterMkLst>
          <pc:docMk/>
          <pc:sldMasterMk cId="2520014717" sldId="2147483648"/>
        </pc:sldMasterMkLst>
        <pc:sldLayoutChg chg="delSp mod">
          <pc:chgData name="영욱 김" userId="6ad1e3ca-699d-4e83-b590-3f083b3f3332" providerId="ADAL" clId="{E0CF44B6-9F44-2C45-BC4A-03020203D532}" dt="2022-09-18T16:40:37.243" v="407" actId="478"/>
          <pc:sldLayoutMkLst>
            <pc:docMk/>
            <pc:sldMasterMk cId="2520014717" sldId="2147483648"/>
            <pc:sldLayoutMk cId="3302354776" sldId="2147483695"/>
          </pc:sldLayoutMkLst>
          <pc:picChg chg="del">
            <ac:chgData name="영욱 김" userId="6ad1e3ca-699d-4e83-b590-3f083b3f3332" providerId="ADAL" clId="{E0CF44B6-9F44-2C45-BC4A-03020203D532}" dt="2022-09-18T16:40:37.243" v="407" actId="478"/>
            <ac:picMkLst>
              <pc:docMk/>
              <pc:sldMasterMk cId="2520014717" sldId="2147483648"/>
              <pc:sldLayoutMk cId="3302354776" sldId="2147483695"/>
              <ac:picMk id="8" creationId="{B6F5733F-0B59-4373-9F81-11AD2751A3D3}"/>
            </ac:picMkLst>
          </pc:picChg>
          <pc:picChg chg="del">
            <ac:chgData name="영욱 김" userId="6ad1e3ca-699d-4e83-b590-3f083b3f3332" providerId="ADAL" clId="{E0CF44B6-9F44-2C45-BC4A-03020203D532}" dt="2022-09-18T16:40:37.243" v="407" actId="478"/>
            <ac:picMkLst>
              <pc:docMk/>
              <pc:sldMasterMk cId="2520014717" sldId="2147483648"/>
              <pc:sldLayoutMk cId="3302354776" sldId="2147483695"/>
              <ac:picMk id="9" creationId="{79AEDF79-EB0E-442D-8090-F781D59B156A}"/>
            </ac:picMkLst>
          </pc:picChg>
        </pc:sldLayoutChg>
        <pc:sldLayoutChg chg="del">
          <pc:chgData name="영욱 김" userId="6ad1e3ca-699d-4e83-b590-3f083b3f3332" providerId="ADAL" clId="{E0CF44B6-9F44-2C45-BC4A-03020203D532}" dt="2022-09-20T01:08:58.833" v="474" actId="2696"/>
          <pc:sldLayoutMkLst>
            <pc:docMk/>
            <pc:sldMasterMk cId="2520014717" sldId="2147483648"/>
            <pc:sldLayoutMk cId="1405422082" sldId="2147483700"/>
          </pc:sldLayoutMkLst>
        </pc:sldLayoutChg>
      </pc:sldMasterChg>
    </pc:docChg>
  </pc:docChgLst>
  <pc:docChgLst>
    <pc:chgData name="영욱 김" userId="6ad1e3ca-699d-4e83-b590-3f083b3f3332" providerId="ADAL" clId="{2CB59309-88A8-7645-9A55-9E89103CCD41}"/>
    <pc:docChg chg="undo custSel addSld delSld modSld">
      <pc:chgData name="영욱 김" userId="6ad1e3ca-699d-4e83-b590-3f083b3f3332" providerId="ADAL" clId="{2CB59309-88A8-7645-9A55-9E89103CCD41}" dt="2022-12-17T18:16:51.269" v="530" actId="20577"/>
      <pc:docMkLst>
        <pc:docMk/>
      </pc:docMkLst>
      <pc:sldChg chg="modSp mod">
        <pc:chgData name="영욱 김" userId="6ad1e3ca-699d-4e83-b590-3f083b3f3332" providerId="ADAL" clId="{2CB59309-88A8-7645-9A55-9E89103CCD41}" dt="2022-12-17T18:02:44.626" v="96" actId="20577"/>
        <pc:sldMkLst>
          <pc:docMk/>
          <pc:sldMk cId="3402051572" sldId="258"/>
        </pc:sldMkLst>
        <pc:spChg chg="mod">
          <ac:chgData name="영욱 김" userId="6ad1e3ca-699d-4e83-b590-3f083b3f3332" providerId="ADAL" clId="{2CB59309-88A8-7645-9A55-9E89103CCD41}" dt="2022-12-17T18:02:44.626" v="96" actId="20577"/>
          <ac:spMkLst>
            <pc:docMk/>
            <pc:sldMk cId="3402051572" sldId="258"/>
            <ac:spMk id="5" creationId="{86EF36D9-41B5-0D4F-B112-66548CF4C39C}"/>
          </ac:spMkLst>
        </pc:spChg>
      </pc:sldChg>
      <pc:sldChg chg="addSp delSp modSp mod">
        <pc:chgData name="영욱 김" userId="6ad1e3ca-699d-4e83-b590-3f083b3f3332" providerId="ADAL" clId="{2CB59309-88A8-7645-9A55-9E89103CCD41}" dt="2022-12-17T18:08:28.545" v="276" actId="20577"/>
        <pc:sldMkLst>
          <pc:docMk/>
          <pc:sldMk cId="2889706060" sldId="259"/>
        </pc:sldMkLst>
        <pc:spChg chg="mod">
          <ac:chgData name="영욱 김" userId="6ad1e3ca-699d-4e83-b590-3f083b3f3332" providerId="ADAL" clId="{2CB59309-88A8-7645-9A55-9E89103CCD41}" dt="2022-12-17T18:08:28.545" v="276" actId="20577"/>
          <ac:spMkLst>
            <pc:docMk/>
            <pc:sldMk cId="2889706060" sldId="259"/>
            <ac:spMk id="2" creationId="{A3B83649-453D-39E9-2710-4FA6C12827B0}"/>
          </ac:spMkLst>
        </pc:spChg>
        <pc:spChg chg="add del">
          <ac:chgData name="영욱 김" userId="6ad1e3ca-699d-4e83-b590-3f083b3f3332" providerId="ADAL" clId="{2CB59309-88A8-7645-9A55-9E89103CCD41}" dt="2022-12-17T18:02:54.806" v="98" actId="22"/>
          <ac:spMkLst>
            <pc:docMk/>
            <pc:sldMk cId="2889706060" sldId="259"/>
            <ac:spMk id="4" creationId="{B8A2DCAB-35CB-B6A6-C510-82E9062E8EB0}"/>
          </ac:spMkLst>
        </pc:spChg>
        <pc:picChg chg="mod">
          <ac:chgData name="영욱 김" userId="6ad1e3ca-699d-4e83-b590-3f083b3f3332" providerId="ADAL" clId="{2CB59309-88A8-7645-9A55-9E89103CCD41}" dt="2022-12-17T18:07:17.417" v="233"/>
          <ac:picMkLst>
            <pc:docMk/>
            <pc:sldMk cId="2889706060" sldId="259"/>
            <ac:picMk id="1026" creationId="{AB2420E5-18D6-78E8-6E22-91B9A5CC776A}"/>
          </ac:picMkLst>
        </pc:picChg>
      </pc:sldChg>
      <pc:sldChg chg="del">
        <pc:chgData name="영욱 김" userId="6ad1e3ca-699d-4e83-b590-3f083b3f3332" providerId="ADAL" clId="{2CB59309-88A8-7645-9A55-9E89103CCD41}" dt="2022-12-17T16:40:05.785" v="0" actId="2696"/>
        <pc:sldMkLst>
          <pc:docMk/>
          <pc:sldMk cId="117699191" sldId="315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4282942544" sldId="318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2153969477" sldId="324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927950740" sldId="325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4184353667" sldId="326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4141758947" sldId="327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399373453" sldId="328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1983608639" sldId="352"/>
        </pc:sldMkLst>
      </pc:sldChg>
      <pc:sldChg chg="del">
        <pc:chgData name="영욱 김" userId="6ad1e3ca-699d-4e83-b590-3f083b3f3332" providerId="ADAL" clId="{2CB59309-88A8-7645-9A55-9E89103CCD41}" dt="2022-12-17T16:40:27.996" v="1" actId="2696"/>
        <pc:sldMkLst>
          <pc:docMk/>
          <pc:sldMk cId="2391782759" sldId="495"/>
        </pc:sldMkLst>
      </pc:sldChg>
      <pc:sldChg chg="add del">
        <pc:chgData name="영욱 김" userId="6ad1e3ca-699d-4e83-b590-3f083b3f3332" providerId="ADAL" clId="{2CB59309-88A8-7645-9A55-9E89103CCD41}" dt="2022-12-17T18:13:23.824" v="390"/>
        <pc:sldMkLst>
          <pc:docMk/>
          <pc:sldMk cId="2961506866" sldId="1729"/>
        </pc:sldMkLst>
      </pc:sldChg>
      <pc:sldChg chg="add del">
        <pc:chgData name="영욱 김" userId="6ad1e3ca-699d-4e83-b590-3f083b3f3332" providerId="ADAL" clId="{2CB59309-88A8-7645-9A55-9E89103CCD41}" dt="2022-12-17T18:13:23.824" v="390"/>
        <pc:sldMkLst>
          <pc:docMk/>
          <pc:sldMk cId="1815193936" sldId="1792"/>
        </pc:sldMkLst>
      </pc:sldChg>
      <pc:sldChg chg="add del">
        <pc:chgData name="영욱 김" userId="6ad1e3ca-699d-4e83-b590-3f083b3f3332" providerId="ADAL" clId="{2CB59309-88A8-7645-9A55-9E89103CCD41}" dt="2022-12-17T18:11:48.221" v="344"/>
        <pc:sldMkLst>
          <pc:docMk/>
          <pc:sldMk cId="820348594" sldId="1836"/>
        </pc:sldMkLst>
      </pc:sldChg>
      <pc:sldChg chg="add del">
        <pc:chgData name="영욱 김" userId="6ad1e3ca-699d-4e83-b590-3f083b3f3332" providerId="ADAL" clId="{2CB59309-88A8-7645-9A55-9E89103CCD41}" dt="2022-12-17T18:11:48.221" v="344"/>
        <pc:sldMkLst>
          <pc:docMk/>
          <pc:sldMk cId="1079604497" sldId="1838"/>
        </pc:sldMkLst>
      </pc:sldChg>
      <pc:sldChg chg="add del">
        <pc:chgData name="영욱 김" userId="6ad1e3ca-699d-4e83-b590-3f083b3f3332" providerId="ADAL" clId="{2CB59309-88A8-7645-9A55-9E89103CCD41}" dt="2022-12-17T18:11:48.221" v="344"/>
        <pc:sldMkLst>
          <pc:docMk/>
          <pc:sldMk cId="1759241916" sldId="1839"/>
        </pc:sldMkLst>
      </pc:sldChg>
      <pc:sldChg chg="add del">
        <pc:chgData name="영욱 김" userId="6ad1e3ca-699d-4e83-b590-3f083b3f3332" providerId="ADAL" clId="{2CB59309-88A8-7645-9A55-9E89103CCD41}" dt="2022-12-17T18:11:48.221" v="344"/>
        <pc:sldMkLst>
          <pc:docMk/>
          <pc:sldMk cId="297414917" sldId="1841"/>
        </pc:sldMkLst>
      </pc:sldChg>
      <pc:sldChg chg="add del">
        <pc:chgData name="영욱 김" userId="6ad1e3ca-699d-4e83-b590-3f083b3f3332" providerId="ADAL" clId="{2CB59309-88A8-7645-9A55-9E89103CCD41}" dt="2022-12-17T18:11:48.221" v="344"/>
        <pc:sldMkLst>
          <pc:docMk/>
          <pc:sldMk cId="403033354" sldId="1842"/>
        </pc:sldMkLst>
      </pc:sldChg>
      <pc:sldChg chg="add del">
        <pc:chgData name="영욱 김" userId="6ad1e3ca-699d-4e83-b590-3f083b3f3332" providerId="ADAL" clId="{2CB59309-88A8-7645-9A55-9E89103CCD41}" dt="2022-12-17T18:11:48.221" v="344"/>
        <pc:sldMkLst>
          <pc:docMk/>
          <pc:sldMk cId="2336872636" sldId="1843"/>
        </pc:sldMkLst>
      </pc:sldChg>
      <pc:sldChg chg="add del">
        <pc:chgData name="영욱 김" userId="6ad1e3ca-699d-4e83-b590-3f083b3f3332" providerId="ADAL" clId="{2CB59309-88A8-7645-9A55-9E89103CCD41}" dt="2022-12-17T18:11:48.221" v="344"/>
        <pc:sldMkLst>
          <pc:docMk/>
          <pc:sldMk cId="1754283370" sldId="1845"/>
        </pc:sldMkLst>
      </pc:sldChg>
      <pc:sldChg chg="add del">
        <pc:chgData name="영욱 김" userId="6ad1e3ca-699d-4e83-b590-3f083b3f3332" providerId="ADAL" clId="{2CB59309-88A8-7645-9A55-9E89103CCD41}" dt="2022-12-17T18:13:23.824" v="390"/>
        <pc:sldMkLst>
          <pc:docMk/>
          <pc:sldMk cId="2122729726" sldId="1849"/>
        </pc:sldMkLst>
      </pc:sldChg>
      <pc:sldChg chg="add del">
        <pc:chgData name="영욱 김" userId="6ad1e3ca-699d-4e83-b590-3f083b3f3332" providerId="ADAL" clId="{2CB59309-88A8-7645-9A55-9E89103CCD41}" dt="2022-12-17T18:13:23.824" v="390"/>
        <pc:sldMkLst>
          <pc:docMk/>
          <pc:sldMk cId="3218816591" sldId="1850"/>
        </pc:sldMkLst>
      </pc:sldChg>
      <pc:sldChg chg="add del">
        <pc:chgData name="영욱 김" userId="6ad1e3ca-699d-4e83-b590-3f083b3f3332" providerId="ADAL" clId="{2CB59309-88A8-7645-9A55-9E89103CCD41}" dt="2022-12-17T18:13:23.824" v="390"/>
        <pc:sldMkLst>
          <pc:docMk/>
          <pc:sldMk cId="1338397849" sldId="1851"/>
        </pc:sldMkLst>
      </pc:sldChg>
      <pc:sldChg chg="add del">
        <pc:chgData name="영욱 김" userId="6ad1e3ca-699d-4e83-b590-3f083b3f3332" providerId="ADAL" clId="{2CB59309-88A8-7645-9A55-9E89103CCD41}" dt="2022-12-17T18:13:23.824" v="390"/>
        <pc:sldMkLst>
          <pc:docMk/>
          <pc:sldMk cId="2353661047" sldId="1852"/>
        </pc:sldMkLst>
      </pc:sldChg>
      <pc:sldChg chg="add">
        <pc:chgData name="영욱 김" userId="6ad1e3ca-699d-4e83-b590-3f083b3f3332" providerId="ADAL" clId="{2CB59309-88A8-7645-9A55-9E89103CCD41}" dt="2022-12-17T18:14:04.973" v="391"/>
        <pc:sldMkLst>
          <pc:docMk/>
          <pc:sldMk cId="799082167" sldId="1859"/>
        </pc:sldMkLst>
      </pc:sldChg>
      <pc:sldChg chg="add">
        <pc:chgData name="영욱 김" userId="6ad1e3ca-699d-4e83-b590-3f083b3f3332" providerId="ADAL" clId="{2CB59309-88A8-7645-9A55-9E89103CCD41}" dt="2022-12-17T18:14:04.973" v="391"/>
        <pc:sldMkLst>
          <pc:docMk/>
          <pc:sldMk cId="3965951338" sldId="1860"/>
        </pc:sldMkLst>
      </pc:sldChg>
      <pc:sldChg chg="add">
        <pc:chgData name="영욱 김" userId="6ad1e3ca-699d-4e83-b590-3f083b3f3332" providerId="ADAL" clId="{2CB59309-88A8-7645-9A55-9E89103CCD41}" dt="2022-12-17T18:14:04.973" v="391"/>
        <pc:sldMkLst>
          <pc:docMk/>
          <pc:sldMk cId="1181008272" sldId="1861"/>
        </pc:sldMkLst>
      </pc:sldChg>
      <pc:sldChg chg="add">
        <pc:chgData name="영욱 김" userId="6ad1e3ca-699d-4e83-b590-3f083b3f3332" providerId="ADAL" clId="{2CB59309-88A8-7645-9A55-9E89103CCD41}" dt="2022-12-17T18:14:04.973" v="391"/>
        <pc:sldMkLst>
          <pc:docMk/>
          <pc:sldMk cId="4038264591" sldId="1862"/>
        </pc:sldMkLst>
      </pc:sldChg>
      <pc:sldChg chg="add">
        <pc:chgData name="영욱 김" userId="6ad1e3ca-699d-4e83-b590-3f083b3f3332" providerId="ADAL" clId="{2CB59309-88A8-7645-9A55-9E89103CCD41}" dt="2022-12-17T18:14:04.973" v="391"/>
        <pc:sldMkLst>
          <pc:docMk/>
          <pc:sldMk cId="1355641884" sldId="1863"/>
        </pc:sldMkLst>
      </pc:sldChg>
      <pc:sldChg chg="add">
        <pc:chgData name="영욱 김" userId="6ad1e3ca-699d-4e83-b590-3f083b3f3332" providerId="ADAL" clId="{2CB59309-88A8-7645-9A55-9E89103CCD41}" dt="2022-12-17T18:05:21.512" v="140"/>
        <pc:sldMkLst>
          <pc:docMk/>
          <pc:sldMk cId="1360663179" sldId="1866"/>
        </pc:sldMkLst>
      </pc:sldChg>
      <pc:sldChg chg="add">
        <pc:chgData name="영욱 김" userId="6ad1e3ca-699d-4e83-b590-3f083b3f3332" providerId="ADAL" clId="{2CB59309-88A8-7645-9A55-9E89103CCD41}" dt="2022-12-17T18:05:21.512" v="140"/>
        <pc:sldMkLst>
          <pc:docMk/>
          <pc:sldMk cId="880436157" sldId="1933"/>
        </pc:sldMkLst>
      </pc:sldChg>
      <pc:sldChg chg="add">
        <pc:chgData name="영욱 김" userId="6ad1e3ca-699d-4e83-b590-3f083b3f3332" providerId="ADAL" clId="{2CB59309-88A8-7645-9A55-9E89103CCD41}" dt="2022-12-17T18:05:21.512" v="140"/>
        <pc:sldMkLst>
          <pc:docMk/>
          <pc:sldMk cId="1375726647" sldId="1937"/>
        </pc:sldMkLst>
      </pc:sldChg>
      <pc:sldChg chg="add del">
        <pc:chgData name="영욱 김" userId="6ad1e3ca-699d-4e83-b590-3f083b3f3332" providerId="ADAL" clId="{2CB59309-88A8-7645-9A55-9E89103CCD41}" dt="2022-12-17T18:11:48.221" v="344"/>
        <pc:sldMkLst>
          <pc:docMk/>
          <pc:sldMk cId="3463333485" sldId="1938"/>
        </pc:sldMkLst>
      </pc:sldChg>
      <pc:sldChg chg="add">
        <pc:chgData name="영욱 김" userId="6ad1e3ca-699d-4e83-b590-3f083b3f3332" providerId="ADAL" clId="{2CB59309-88A8-7645-9A55-9E89103CCD41}" dt="2022-12-17T18:05:51.889" v="141"/>
        <pc:sldMkLst>
          <pc:docMk/>
          <pc:sldMk cId="3804126347" sldId="1939"/>
        </pc:sldMkLst>
      </pc:sldChg>
      <pc:sldChg chg="add del">
        <pc:chgData name="영욱 김" userId="6ad1e3ca-699d-4e83-b590-3f083b3f3332" providerId="ADAL" clId="{2CB59309-88A8-7645-9A55-9E89103CCD41}" dt="2022-12-17T18:13:23.824" v="390"/>
        <pc:sldMkLst>
          <pc:docMk/>
          <pc:sldMk cId="1642576649" sldId="1940"/>
        </pc:sldMkLst>
      </pc:sldChg>
      <pc:sldChg chg="add">
        <pc:chgData name="영욱 김" userId="6ad1e3ca-699d-4e83-b590-3f083b3f3332" providerId="ADAL" clId="{2CB59309-88A8-7645-9A55-9E89103CCD41}" dt="2022-12-17T18:14:04.973" v="391"/>
        <pc:sldMkLst>
          <pc:docMk/>
          <pc:sldMk cId="2610542351" sldId="1942"/>
        </pc:sldMkLst>
      </pc:sldChg>
      <pc:sldChg chg="add">
        <pc:chgData name="영욱 김" userId="6ad1e3ca-699d-4e83-b590-3f083b3f3332" providerId="ADAL" clId="{2CB59309-88A8-7645-9A55-9E89103CCD41}" dt="2022-12-17T18:05:51.889" v="141"/>
        <pc:sldMkLst>
          <pc:docMk/>
          <pc:sldMk cId="1331153831" sldId="1949"/>
        </pc:sldMkLst>
      </pc:sldChg>
      <pc:sldChg chg="add">
        <pc:chgData name="영욱 김" userId="6ad1e3ca-699d-4e83-b590-3f083b3f3332" providerId="ADAL" clId="{2CB59309-88A8-7645-9A55-9E89103CCD41}" dt="2022-12-17T18:04:44.979" v="139"/>
        <pc:sldMkLst>
          <pc:docMk/>
          <pc:sldMk cId="3133054815" sldId="1979"/>
        </pc:sldMkLst>
      </pc:sldChg>
      <pc:sldChg chg="add">
        <pc:chgData name="영욱 김" userId="6ad1e3ca-699d-4e83-b590-3f083b3f3332" providerId="ADAL" clId="{2CB59309-88A8-7645-9A55-9E89103CCD41}" dt="2022-12-17T18:05:21.512" v="140"/>
        <pc:sldMkLst>
          <pc:docMk/>
          <pc:sldMk cId="1719335555" sldId="1980"/>
        </pc:sldMkLst>
      </pc:sldChg>
      <pc:sldChg chg="add">
        <pc:chgData name="영욱 김" userId="6ad1e3ca-699d-4e83-b590-3f083b3f3332" providerId="ADAL" clId="{2CB59309-88A8-7645-9A55-9E89103CCD41}" dt="2022-12-17T18:05:21.512" v="140"/>
        <pc:sldMkLst>
          <pc:docMk/>
          <pc:sldMk cId="3725116651" sldId="1981"/>
        </pc:sldMkLst>
      </pc:sldChg>
      <pc:sldChg chg="modSp add del mod">
        <pc:chgData name="영욱 김" userId="6ad1e3ca-699d-4e83-b590-3f083b3f3332" providerId="ADAL" clId="{2CB59309-88A8-7645-9A55-9E89103CCD41}" dt="2022-12-17T18:12:06.692" v="345" actId="2696"/>
        <pc:sldMkLst>
          <pc:docMk/>
          <pc:sldMk cId="335381939" sldId="1982"/>
        </pc:sldMkLst>
        <pc:spChg chg="mod">
          <ac:chgData name="영욱 김" userId="6ad1e3ca-699d-4e83-b590-3f083b3f3332" providerId="ADAL" clId="{2CB59309-88A8-7645-9A55-9E89103CCD41}" dt="2022-12-17T18:08:57.385" v="300" actId="1038"/>
          <ac:spMkLst>
            <pc:docMk/>
            <pc:sldMk cId="335381939" sldId="1982"/>
            <ac:spMk id="17" creationId="{00000000-0000-0000-0000-000000000000}"/>
          </ac:spMkLst>
        </pc:spChg>
      </pc:sldChg>
      <pc:sldChg chg="add del">
        <pc:chgData name="영욱 김" userId="6ad1e3ca-699d-4e83-b590-3f083b3f3332" providerId="ADAL" clId="{2CB59309-88A8-7645-9A55-9E89103CCD41}" dt="2022-12-17T18:09:11.486" v="301" actId="2696"/>
        <pc:sldMkLst>
          <pc:docMk/>
          <pc:sldMk cId="1973732519" sldId="1983"/>
        </pc:sldMkLst>
      </pc:sldChg>
      <pc:sldChg chg="add">
        <pc:chgData name="영욱 김" userId="6ad1e3ca-699d-4e83-b590-3f083b3f3332" providerId="ADAL" clId="{2CB59309-88A8-7645-9A55-9E89103CCD41}" dt="2022-12-17T18:05:51.889" v="141"/>
        <pc:sldMkLst>
          <pc:docMk/>
          <pc:sldMk cId="1643169710" sldId="2001"/>
        </pc:sldMkLst>
      </pc:sldChg>
      <pc:sldChg chg="add">
        <pc:chgData name="영욱 김" userId="6ad1e3ca-699d-4e83-b590-3f083b3f3332" providerId="ADAL" clId="{2CB59309-88A8-7645-9A55-9E89103CCD41}" dt="2022-12-17T18:05:51.889" v="141"/>
        <pc:sldMkLst>
          <pc:docMk/>
          <pc:sldMk cId="2800111450" sldId="2003"/>
        </pc:sldMkLst>
      </pc:sldChg>
      <pc:sldChg chg="modSp add del mod">
        <pc:chgData name="영욱 김" userId="6ad1e3ca-699d-4e83-b590-3f083b3f3332" providerId="ADAL" clId="{2CB59309-88A8-7645-9A55-9E89103CCD41}" dt="2022-12-17T18:03:27.488" v="138"/>
        <pc:sldMkLst>
          <pc:docMk/>
          <pc:sldMk cId="2887358141" sldId="2239"/>
        </pc:sldMkLst>
        <pc:spChg chg="mod">
          <ac:chgData name="영욱 김" userId="6ad1e3ca-699d-4e83-b590-3f083b3f3332" providerId="ADAL" clId="{2CB59309-88A8-7645-9A55-9E89103CCD41}" dt="2022-12-17T18:03:19.335" v="129" actId="1036"/>
          <ac:spMkLst>
            <pc:docMk/>
            <pc:sldMk cId="2887358141" sldId="2239"/>
            <ac:spMk id="2" creationId="{F2F34205-D43F-41C5-9664-6C084D7B0EAE}"/>
          </ac:spMkLst>
        </pc:spChg>
      </pc:sldChg>
      <pc:sldChg chg="modSp add del mod">
        <pc:chgData name="영욱 김" userId="6ad1e3ca-699d-4e83-b590-3f083b3f3332" providerId="ADAL" clId="{2CB59309-88A8-7645-9A55-9E89103CCD41}" dt="2022-12-17T18:03:27.488" v="138"/>
        <pc:sldMkLst>
          <pc:docMk/>
          <pc:sldMk cId="1320164363" sldId="2244"/>
        </pc:sldMkLst>
        <pc:spChg chg="mod">
          <ac:chgData name="영욱 김" userId="6ad1e3ca-699d-4e83-b590-3f083b3f3332" providerId="ADAL" clId="{2CB59309-88A8-7645-9A55-9E89103CCD41}" dt="2022-12-17T18:03:27.343" v="137"/>
          <ac:spMkLst>
            <pc:docMk/>
            <pc:sldMk cId="1320164363" sldId="2244"/>
            <ac:spMk id="17" creationId="{00000000-0000-0000-0000-000000000000}"/>
          </ac:spMkLst>
        </pc:spChg>
      </pc:sldChg>
      <pc:sldChg chg="modSp add del mod">
        <pc:chgData name="영욱 김" userId="6ad1e3ca-699d-4e83-b590-3f083b3f3332" providerId="ADAL" clId="{2CB59309-88A8-7645-9A55-9E89103CCD41}" dt="2022-12-17T18:03:27.488" v="138"/>
        <pc:sldMkLst>
          <pc:docMk/>
          <pc:sldMk cId="1792972221" sldId="2248"/>
        </pc:sldMkLst>
        <pc:spChg chg="mod">
          <ac:chgData name="영욱 김" userId="6ad1e3ca-699d-4e83-b590-3f083b3f3332" providerId="ADAL" clId="{2CB59309-88A8-7645-9A55-9E89103CCD41}" dt="2022-12-17T18:03:27.343" v="137"/>
          <ac:spMkLst>
            <pc:docMk/>
            <pc:sldMk cId="1792972221" sldId="2248"/>
            <ac:spMk id="17" creationId="{00000000-0000-0000-0000-000000000000}"/>
          </ac:spMkLst>
        </pc:spChg>
      </pc:sldChg>
      <pc:sldChg chg="modSp add del mod">
        <pc:chgData name="영욱 김" userId="6ad1e3ca-699d-4e83-b590-3f083b3f3332" providerId="ADAL" clId="{2CB59309-88A8-7645-9A55-9E89103CCD41}" dt="2022-12-17T18:03:27.488" v="138"/>
        <pc:sldMkLst>
          <pc:docMk/>
          <pc:sldMk cId="1271252385" sldId="2249"/>
        </pc:sldMkLst>
        <pc:spChg chg="mod">
          <ac:chgData name="영욱 김" userId="6ad1e3ca-699d-4e83-b590-3f083b3f3332" providerId="ADAL" clId="{2CB59309-88A8-7645-9A55-9E89103CCD41}" dt="2022-12-17T18:03:27.343" v="137"/>
          <ac:spMkLst>
            <pc:docMk/>
            <pc:sldMk cId="1271252385" sldId="2249"/>
            <ac:spMk id="17" creationId="{00000000-0000-0000-0000-000000000000}"/>
          </ac:spMkLst>
        </pc:spChg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3945581758" sldId="2975"/>
        </pc:sldMkLst>
      </pc:sldChg>
      <pc:sldChg chg="del">
        <pc:chgData name="영욱 김" userId="6ad1e3ca-699d-4e83-b590-3f083b3f3332" providerId="ADAL" clId="{2CB59309-88A8-7645-9A55-9E89103CCD41}" dt="2022-12-17T16:40:27.996" v="1" actId="2696"/>
        <pc:sldMkLst>
          <pc:docMk/>
          <pc:sldMk cId="1798778743" sldId="4454"/>
        </pc:sldMkLst>
      </pc:sldChg>
      <pc:sldChg chg="del">
        <pc:chgData name="영욱 김" userId="6ad1e3ca-699d-4e83-b590-3f083b3f3332" providerId="ADAL" clId="{2CB59309-88A8-7645-9A55-9E89103CCD41}" dt="2022-12-17T16:40:27.996" v="1" actId="2696"/>
        <pc:sldMkLst>
          <pc:docMk/>
          <pc:sldMk cId="2016604326" sldId="4456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1119716931" sldId="2076136803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387039301" sldId="2076136809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3351828359" sldId="2076136811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1441673668" sldId="2076136812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871914778" sldId="2076136813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429829029" sldId="2076136814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206488490" sldId="2076136815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2796985486" sldId="2076136818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2174327491" sldId="2076136820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3361182413" sldId="2076136821"/>
        </pc:sldMkLst>
      </pc:sldChg>
      <pc:sldChg chg="del">
        <pc:chgData name="영욱 김" userId="6ad1e3ca-699d-4e83-b590-3f083b3f3332" providerId="ADAL" clId="{2CB59309-88A8-7645-9A55-9E89103CCD41}" dt="2022-12-17T18:12:06.692" v="345" actId="2696"/>
        <pc:sldMkLst>
          <pc:docMk/>
          <pc:sldMk cId="2883714385" sldId="2076136822"/>
        </pc:sldMkLst>
      </pc:sldChg>
      <pc:sldChg chg="modSp add mod">
        <pc:chgData name="영욱 김" userId="6ad1e3ca-699d-4e83-b590-3f083b3f3332" providerId="ADAL" clId="{2CB59309-88A8-7645-9A55-9E89103CCD41}" dt="2022-12-17T18:10:01.834" v="341" actId="20577"/>
        <pc:sldMkLst>
          <pc:docMk/>
          <pc:sldMk cId="3367296034" sldId="2076136823"/>
        </pc:sldMkLst>
        <pc:spChg chg="mod">
          <ac:chgData name="영욱 김" userId="6ad1e3ca-699d-4e83-b590-3f083b3f3332" providerId="ADAL" clId="{2CB59309-88A8-7645-9A55-9E89103CCD41}" dt="2022-12-17T18:10:01.834" v="341" actId="20577"/>
          <ac:spMkLst>
            <pc:docMk/>
            <pc:sldMk cId="3367296034" sldId="2076136823"/>
            <ac:spMk id="2" creationId="{A3B83649-453D-39E9-2710-4FA6C12827B0}"/>
          </ac:spMkLst>
        </pc:spChg>
      </pc:sldChg>
      <pc:sldChg chg="modSp add mod">
        <pc:chgData name="영욱 김" userId="6ad1e3ca-699d-4e83-b590-3f083b3f3332" providerId="ADAL" clId="{2CB59309-88A8-7645-9A55-9E89103CCD41}" dt="2022-12-17T18:16:51.269" v="530" actId="20577"/>
        <pc:sldMkLst>
          <pc:docMk/>
          <pc:sldMk cId="882486928" sldId="2076136824"/>
        </pc:sldMkLst>
        <pc:spChg chg="mod">
          <ac:chgData name="영욱 김" userId="6ad1e3ca-699d-4e83-b590-3f083b3f3332" providerId="ADAL" clId="{2CB59309-88A8-7645-9A55-9E89103CCD41}" dt="2022-12-17T18:16:51.269" v="530" actId="20577"/>
          <ac:spMkLst>
            <pc:docMk/>
            <pc:sldMk cId="882486928" sldId="2076136824"/>
            <ac:spMk id="2" creationId="{A3B83649-453D-39E9-2710-4FA6C12827B0}"/>
          </ac:spMkLst>
        </pc:spChg>
      </pc:sldChg>
      <pc:sldChg chg="add del">
        <pc:chgData name="영욱 김" userId="6ad1e3ca-699d-4e83-b590-3f083b3f3332" providerId="ADAL" clId="{2CB59309-88A8-7645-9A55-9E89103CCD41}" dt="2022-12-17T18:13:23.824" v="390"/>
        <pc:sldMkLst>
          <pc:docMk/>
          <pc:sldMk cId="1478809799" sldId="2076136825"/>
        </pc:sldMkLst>
      </pc:sldChg>
      <pc:sldChg chg="add del">
        <pc:chgData name="영욱 김" userId="6ad1e3ca-699d-4e83-b590-3f083b3f3332" providerId="ADAL" clId="{2CB59309-88A8-7645-9A55-9E89103CCD41}" dt="2022-12-17T18:15:15.132" v="428"/>
        <pc:sldMkLst>
          <pc:docMk/>
          <pc:sldMk cId="636377224" sldId="2076136826"/>
        </pc:sldMkLst>
      </pc:sldChg>
      <pc:sldChg chg="modSp add mod">
        <pc:chgData name="영욱 김" userId="6ad1e3ca-699d-4e83-b590-3f083b3f3332" providerId="ADAL" clId="{2CB59309-88A8-7645-9A55-9E89103CCD41}" dt="2022-12-17T18:16:09.285" v="467" actId="20577"/>
        <pc:sldMkLst>
          <pc:docMk/>
          <pc:sldMk cId="1194704935" sldId="2076136826"/>
        </pc:sldMkLst>
        <pc:spChg chg="mod">
          <ac:chgData name="영욱 김" userId="6ad1e3ca-699d-4e83-b590-3f083b3f3332" providerId="ADAL" clId="{2CB59309-88A8-7645-9A55-9E89103CCD41}" dt="2022-12-17T18:16:09.285" v="467" actId="20577"/>
          <ac:spMkLst>
            <pc:docMk/>
            <pc:sldMk cId="1194704935" sldId="2076136826"/>
            <ac:spMk id="2" creationId="{A3B83649-453D-39E9-2710-4FA6C12827B0}"/>
          </ac:spMkLst>
        </pc:spChg>
      </pc:sldChg>
      <pc:sldChg chg="add del">
        <pc:chgData name="영욱 김" userId="6ad1e3ca-699d-4e83-b590-3f083b3f3332" providerId="ADAL" clId="{2CB59309-88A8-7645-9A55-9E89103CCD41}" dt="2022-12-17T18:15:15.132" v="428"/>
        <pc:sldMkLst>
          <pc:docMk/>
          <pc:sldMk cId="3785253233" sldId="2076136827"/>
        </pc:sldMkLst>
      </pc:sldChg>
      <pc:sldChg chg="add del">
        <pc:chgData name="영욱 김" userId="6ad1e3ca-699d-4e83-b590-3f083b3f3332" providerId="ADAL" clId="{2CB59309-88A8-7645-9A55-9E89103CCD41}" dt="2022-12-17T18:15:15.132" v="428"/>
        <pc:sldMkLst>
          <pc:docMk/>
          <pc:sldMk cId="1785308794" sldId="2076136828"/>
        </pc:sldMkLst>
      </pc:sldChg>
      <pc:sldChg chg="add del">
        <pc:chgData name="영욱 김" userId="6ad1e3ca-699d-4e83-b590-3f083b3f3332" providerId="ADAL" clId="{2CB59309-88A8-7645-9A55-9E89103CCD41}" dt="2022-12-17T18:15:15.132" v="428"/>
        <pc:sldMkLst>
          <pc:docMk/>
          <pc:sldMk cId="1366593899" sldId="2076136829"/>
        </pc:sldMkLst>
      </pc:sldChg>
      <pc:sldChg chg="add del">
        <pc:chgData name="영욱 김" userId="6ad1e3ca-699d-4e83-b590-3f083b3f3332" providerId="ADAL" clId="{2CB59309-88A8-7645-9A55-9E89103CCD41}" dt="2022-12-17T18:15:15.132" v="428"/>
        <pc:sldMkLst>
          <pc:docMk/>
          <pc:sldMk cId="4246109410" sldId="2076136830"/>
        </pc:sldMkLst>
      </pc:sldChg>
      <pc:sldChg chg="add del">
        <pc:chgData name="영욱 김" userId="6ad1e3ca-699d-4e83-b590-3f083b3f3332" providerId="ADAL" clId="{2CB59309-88A8-7645-9A55-9E89103CCD41}" dt="2022-12-17T18:15:15.132" v="428"/>
        <pc:sldMkLst>
          <pc:docMk/>
          <pc:sldMk cId="472534457" sldId="2076136831"/>
        </pc:sldMkLst>
      </pc:sldChg>
      <pc:sldMasterChg chg="delSldLayout">
        <pc:chgData name="영욱 김" userId="6ad1e3ca-699d-4e83-b590-3f083b3f3332" providerId="ADAL" clId="{2CB59309-88A8-7645-9A55-9E89103CCD41}" dt="2022-12-17T18:12:06.692" v="345" actId="2696"/>
        <pc:sldMasterMkLst>
          <pc:docMk/>
          <pc:sldMasterMk cId="2520014717" sldId="2147483648"/>
        </pc:sldMasterMkLst>
        <pc:sldLayoutChg chg="del">
          <pc:chgData name="영욱 김" userId="6ad1e3ca-699d-4e83-b590-3f083b3f3332" providerId="ADAL" clId="{2CB59309-88A8-7645-9A55-9E89103CCD41}" dt="2022-12-17T16:40:05.785" v="0" actId="2696"/>
          <pc:sldLayoutMkLst>
            <pc:docMk/>
            <pc:sldMasterMk cId="2520014717" sldId="2147483648"/>
            <pc:sldLayoutMk cId="3969439739" sldId="2147483696"/>
          </pc:sldLayoutMkLst>
        </pc:sldLayoutChg>
        <pc:sldLayoutChg chg="del">
          <pc:chgData name="영욱 김" userId="6ad1e3ca-699d-4e83-b590-3f083b3f3332" providerId="ADAL" clId="{2CB59309-88A8-7645-9A55-9E89103CCD41}" dt="2022-12-17T18:12:06.692" v="345" actId="2696"/>
          <pc:sldLayoutMkLst>
            <pc:docMk/>
            <pc:sldMasterMk cId="2520014717" sldId="2147483648"/>
            <pc:sldLayoutMk cId="939650545" sldId="2147483697"/>
          </pc:sldLayoutMkLst>
        </pc:sldLayoutChg>
        <pc:sldLayoutChg chg="del">
          <pc:chgData name="영욱 김" userId="6ad1e3ca-699d-4e83-b590-3f083b3f3332" providerId="ADAL" clId="{2CB59309-88A8-7645-9A55-9E89103CCD41}" dt="2022-12-17T18:12:06.692" v="345" actId="2696"/>
          <pc:sldLayoutMkLst>
            <pc:docMk/>
            <pc:sldMasterMk cId="2520014717" sldId="2147483648"/>
            <pc:sldLayoutMk cId="1016716356" sldId="2147483698"/>
          </pc:sldLayoutMkLst>
        </pc:sldLayoutChg>
        <pc:sldLayoutChg chg="del">
          <pc:chgData name="영욱 김" userId="6ad1e3ca-699d-4e83-b590-3f083b3f3332" providerId="ADAL" clId="{2CB59309-88A8-7645-9A55-9E89103CCD41}" dt="2022-12-17T18:12:06.692" v="345" actId="2696"/>
          <pc:sldLayoutMkLst>
            <pc:docMk/>
            <pc:sldMasterMk cId="2520014717" sldId="2147483648"/>
            <pc:sldLayoutMk cId="998685988" sldId="2147483699"/>
          </pc:sldLayoutMkLst>
        </pc:sldLayoutChg>
        <pc:sldLayoutChg chg="del">
          <pc:chgData name="영욱 김" userId="6ad1e3ca-699d-4e83-b590-3f083b3f3332" providerId="ADAL" clId="{2CB59309-88A8-7645-9A55-9E89103CCD41}" dt="2022-12-17T18:12:06.692" v="345" actId="2696"/>
          <pc:sldLayoutMkLst>
            <pc:docMk/>
            <pc:sldMasterMk cId="2520014717" sldId="2147483648"/>
            <pc:sldLayoutMk cId="3001349599" sldId="214748370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EA80E0-ABC7-1641-AEE1-BC824DFA1C20}" type="datetimeFigureOut">
              <a:rPr kumimoji="1" lang="ko-Kore-KR" altLang="en-US" smtClean="0"/>
              <a:t>07/25/2023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1E5E8-4691-1541-B0DF-258A1B4E19E6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54314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03225A-39E8-4656-A1C7-4E4AD68BF39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7894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6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7.emf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래픽 3">
            <a:extLst>
              <a:ext uri="{FF2B5EF4-FFF2-40B4-BE49-F238E27FC236}">
                <a16:creationId xmlns:a16="http://schemas.microsoft.com/office/drawing/2014/main" id="{AB8C861F-E400-5860-5AB0-AADCA01E3E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4828" y="6483202"/>
            <a:ext cx="1525707" cy="180000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C3964044-8ABF-935D-79F8-0F1461A04D7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55669" y="6452208"/>
            <a:ext cx="786253" cy="24386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BD49368-2578-CC64-D051-62C9950287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21187" r="6875"/>
          <a:stretch/>
        </p:blipFill>
        <p:spPr>
          <a:xfrm>
            <a:off x="0" y="0"/>
            <a:ext cx="793750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9F47FFF-2355-612B-2571-29F779D103A7}"/>
              </a:ext>
            </a:extLst>
          </p:cNvPr>
          <p:cNvSpPr/>
          <p:nvPr userDrawn="1"/>
        </p:nvSpPr>
        <p:spPr>
          <a:xfrm>
            <a:off x="0" y="0"/>
            <a:ext cx="7937500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1796F2-DCB2-FC5D-1AD2-181D7C82B8AE}"/>
              </a:ext>
            </a:extLst>
          </p:cNvPr>
          <p:cNvSpPr txBox="1"/>
          <p:nvPr userDrawn="1"/>
        </p:nvSpPr>
        <p:spPr>
          <a:xfrm>
            <a:off x="8869639" y="6452770"/>
            <a:ext cx="4860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0" kern="0" dirty="0">
                <a:effectLst/>
                <a:latin typeface="+mj-ea"/>
                <a:ea typeface="+mj-ea"/>
                <a:cs typeface="굴림" panose="020B0600000101010101" pitchFamily="50" charset="-127"/>
              </a:rPr>
              <a:t>주관 </a:t>
            </a:r>
            <a:endParaRPr lang="en-US" sz="1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9B1058-8C84-E40D-2ADE-0AD9157C8D4D}"/>
              </a:ext>
            </a:extLst>
          </p:cNvPr>
          <p:cNvSpPr txBox="1"/>
          <p:nvPr userDrawn="1"/>
        </p:nvSpPr>
        <p:spPr>
          <a:xfrm>
            <a:off x="10141922" y="6452770"/>
            <a:ext cx="3129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00" kern="0" dirty="0" err="1">
                <a:effectLst/>
                <a:latin typeface="+mj-ea"/>
                <a:ea typeface="+mj-ea"/>
                <a:cs typeface="굴림" panose="020B0600000101010101" pitchFamily="50" charset="-127"/>
              </a:rPr>
              <a:t>ㅣ</a:t>
            </a:r>
            <a:endParaRPr lang="en-US" sz="1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26258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D4FE1-9E37-084D-B5CD-5C8B5F31692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381001"/>
            <a:ext cx="11417300" cy="76199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 b="1" kern="1200">
                <a:solidFill>
                  <a:schemeClr val="tx2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GB" dirty="0"/>
              <a:t>Key message. If the audience reads just this, it will be enough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8B117B-053B-D74C-BAD6-ABB3754D81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" y="1524000"/>
            <a:ext cx="11417300" cy="45720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2000" kern="1200" noProof="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Char char="–"/>
              <a:tabLst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Char char="–"/>
              <a:tabLst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None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None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is where you make your case with relevant evidence and information. Keep sentences concise. Avoid jargon and repetition.</a:t>
            </a:r>
          </a:p>
          <a:p>
            <a:pPr lvl="1"/>
            <a:r>
              <a:rPr lang="en-US" dirty="0"/>
              <a:t>Bullet 1: Second level</a:t>
            </a:r>
          </a:p>
          <a:p>
            <a:pPr lvl="2"/>
            <a:r>
              <a:rPr lang="en-US" dirty="0"/>
              <a:t>Bullet 2: Third level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73D4D9-01A3-45E0-AEB3-799313508682}"/>
              </a:ext>
            </a:extLst>
          </p:cNvPr>
          <p:cNvSpPr txBox="1"/>
          <p:nvPr userDrawn="1"/>
        </p:nvSpPr>
        <p:spPr bwMode="gray">
          <a:xfrm>
            <a:off x="283180" y="6375688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accent2"/>
                </a:solidFill>
                <a:latin typeface="Arial" panose="020B0604020202020204" pitchFamily="34" charset="0"/>
              </a:rPr>
              <a:pPr algn="l">
                <a:lnSpc>
                  <a:spcPct val="90000"/>
                </a:lnSpc>
              </a:pPr>
              <a:t>‹#›</a:t>
            </a:fld>
            <a:endParaRPr lang="en-US" sz="1000" b="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1593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>
            <a:extLst>
              <a:ext uri="{FF2B5EF4-FFF2-40B4-BE49-F238E27FC236}">
                <a16:creationId xmlns:a16="http://schemas.microsoft.com/office/drawing/2014/main" id="{438217DF-1440-40C3-9A40-0753441622F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22266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4" name="개체 3" hidden="1">
                        <a:extLst>
                          <a:ext uri="{FF2B5EF4-FFF2-40B4-BE49-F238E27FC236}">
                            <a16:creationId xmlns:a16="http://schemas.microsoft.com/office/drawing/2014/main" id="{438217DF-1440-40C3-9A40-0753441622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11E03C1-D400-8046-89BB-D260E3A844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17300" cy="76199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en-GB" sz="2800" b="1" kern="1200" dirty="0">
                <a:solidFill>
                  <a:schemeClr val="tx2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GB" dirty="0"/>
              <a:t>Key message. If the audience reads just this, it will be enough</a:t>
            </a:r>
            <a:endParaRPr lang="en-GB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4686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15241-EEBB-824F-A3D9-D6051FA843B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0" y="1524000"/>
            <a:ext cx="11417300" cy="45720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2000" kern="1200" noProof="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Char char="–"/>
              <a:tabLst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Char char="–"/>
              <a:tabLst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None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None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is where you make your case with relevant evidence and information. Keep sentences concise. Avoid jargon and repetition.</a:t>
            </a:r>
          </a:p>
          <a:p>
            <a:pPr lvl="1"/>
            <a:r>
              <a:rPr lang="en-US" dirty="0"/>
              <a:t>Bullet 1: Second level</a:t>
            </a:r>
          </a:p>
          <a:p>
            <a:pPr lvl="2"/>
            <a:r>
              <a:rPr lang="en-US" dirty="0"/>
              <a:t>Bullet 2: Third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97117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5265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41F8A8FC-4B95-482B-8981-45BA9C5F9AC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41F8A8FC-4B95-482B-8981-45BA9C5F9A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2089A8CE-377D-4B70-A044-B5B63794CD49}"/>
              </a:ext>
            </a:extLst>
          </p:cNvPr>
          <p:cNvSpPr/>
          <p:nvPr userDrawn="1"/>
        </p:nvSpPr>
        <p:spPr>
          <a:xfrm>
            <a:off x="0" y="-1587"/>
            <a:ext cx="12192000" cy="152558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A699C7-7B2A-FE48-B204-2A35A8621D62}"/>
              </a:ext>
            </a:extLst>
          </p:cNvPr>
          <p:cNvSpPr/>
          <p:nvPr userDrawn="1"/>
        </p:nvSpPr>
        <p:spPr>
          <a:xfrm>
            <a:off x="0" y="-1587"/>
            <a:ext cx="12192000" cy="1525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itle 16">
            <a:extLst>
              <a:ext uri="{FF2B5EF4-FFF2-40B4-BE49-F238E27FC236}">
                <a16:creationId xmlns:a16="http://schemas.microsoft.com/office/drawing/2014/main" id="{852EA906-489C-4049-A182-AAB1D8CB1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17300" cy="76199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en-GB" sz="2800" b="1" kern="1200" dirty="0">
                <a:solidFill>
                  <a:schemeClr val="tx2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GB" dirty="0"/>
              <a:t>Key message. If the audience reads just this, it will be enough</a:t>
            </a:r>
          </a:p>
        </p:txBody>
      </p:sp>
    </p:spTree>
    <p:extLst>
      <p:ext uri="{BB962C8B-B14F-4D97-AF65-F5344CB8AC3E}">
        <p14:creationId xmlns:p14="http://schemas.microsoft.com/office/powerpoint/2010/main" val="3496414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969696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1C55AB-9ABC-7147-8584-E655966D19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069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1C55AB-9ABC-7147-8584-E655966D19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4200" y="593725"/>
            <a:ext cx="4530668" cy="56419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96036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1C55AB-9ABC-7147-8584-E655966D19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18021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8CB5F1-3F3D-A447-AEE3-D21C84CB29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1259" y="1785938"/>
            <a:ext cx="2580088" cy="33575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292D52C6-F376-7F49-BA47-9BFB1DE6A08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63035" y="1785938"/>
            <a:ext cx="2580088" cy="33575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AB5030E8-19CD-E741-A988-EF42DE8A1E6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34811" y="1785938"/>
            <a:ext cx="2580088" cy="33575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7BF85DA6-1FD2-F14C-8293-932F101D21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06587" y="1785938"/>
            <a:ext cx="2580088" cy="33575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32257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D112CF1-4E77-FE43-BCA1-FED45E985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81100" y="0"/>
            <a:ext cx="32766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82678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D112CF1-4E77-FE43-BCA1-FED45E985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31468" y="0"/>
            <a:ext cx="3443288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74261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D112CF1-4E77-FE43-BCA1-FED45E985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07000" y="0"/>
            <a:ext cx="6985000" cy="3035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814128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63AD6BA-BD34-D64C-9A40-B899DBAA93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00150" y="2300288"/>
            <a:ext cx="4129088" cy="26146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606207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07A386-B03D-F343-8507-7911EF9D04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95775" y="2574315"/>
            <a:ext cx="1800225" cy="30956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223D99FD-F7EE-BB44-BC99-57E58E506A1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969477"/>
            <a:ext cx="1800225" cy="37004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36C07E2-CDD6-F04D-A7D2-A990C423A2F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96225" y="1350498"/>
            <a:ext cx="1800225" cy="43194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9F7D362E-7E21-0F42-AD5A-C2E89F03B6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96450" y="1969477"/>
            <a:ext cx="1800225" cy="37004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998571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ADBB6C1-2E39-2642-A5F7-742F083C22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65600" y="2628900"/>
            <a:ext cx="2400300" cy="1790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DFE8A91-4897-804B-9401-0986EA06ECD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43700" y="2628900"/>
            <a:ext cx="2400300" cy="1790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04A7273-BEE3-1C46-9014-51AFDDCAD1A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21800" y="2628900"/>
            <a:ext cx="2400300" cy="1790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667898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6FF496-AEFD-8941-94C1-AB070745D6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797300" cy="6858000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6D8B5214-337E-D845-8252-8D61992500A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67050" y="0"/>
            <a:ext cx="3797300" cy="6858000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326056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D112CF1-4E77-FE43-BCA1-FED45E985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70900" y="0"/>
            <a:ext cx="37211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141187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1C55AB-9ABC-7147-8584-E655966D19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2717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036274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D112CF1-4E77-FE43-BCA1-FED45E985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1402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94964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D112CF1-4E77-FE43-BCA1-FED45E985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703443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751039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01B56D90-DF94-BE41-BA01-556865F8C19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82343" y="2002293"/>
            <a:ext cx="3270325" cy="22591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2D5D21EC-7B35-D046-B6C4-5D38460B091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460837" y="2002293"/>
            <a:ext cx="3270325" cy="22591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CD88BC4B-BE89-AE41-A403-32C1839AD94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39334" y="2002293"/>
            <a:ext cx="3270325" cy="22591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053235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1C55AB-9ABC-7147-8584-E655966D19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7700" y="0"/>
            <a:ext cx="7734300" cy="3429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915688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A0090E-FB43-BE4D-9E7C-87A1D68CD4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02871" y="2624931"/>
            <a:ext cx="3560474" cy="1608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40153763-5075-6B45-B4CA-15CCB90B47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02871" y="4550713"/>
            <a:ext cx="3560474" cy="1608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CB57FFF-9775-C84D-B6F4-7D9B30F8E4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02871" y="699149"/>
            <a:ext cx="3560474" cy="1608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290721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A0090E-FB43-BE4D-9E7C-87A1D68CD4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32762" y="2624931"/>
            <a:ext cx="3560474" cy="1608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40153763-5075-6B45-B4CA-15CCB90B47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32762" y="4578422"/>
            <a:ext cx="3560474" cy="1608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CB57FFF-9775-C84D-B6F4-7D9B30F8E4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32762" y="671440"/>
            <a:ext cx="3560474" cy="1608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021770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D112CF1-4E77-FE43-BCA1-FED45E985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97636" y="0"/>
            <a:ext cx="3394364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9C4BAD-3246-1445-8032-8E5E8B39175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6294" y="2798621"/>
            <a:ext cx="1344035" cy="13440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6BFD068-A0F5-D940-B8C4-12D8FE812F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751965" y="2798621"/>
            <a:ext cx="1344035" cy="13440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2E073C-EA51-AB49-8FDB-DF74A8A153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6294" y="4973784"/>
            <a:ext cx="1344035" cy="13440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3E47C6D5-7FDD-064B-B271-E790A00F94B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51965" y="4973784"/>
            <a:ext cx="1344035" cy="13440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8001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D112CF1-4E77-FE43-BCA1-FED45E985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1536" y="419100"/>
            <a:ext cx="3394364" cy="6019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111374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9CF64C4-47CA-E14E-A6B8-B14CC2681A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74216" y="-613252"/>
            <a:ext cx="8084503" cy="80845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757245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9CF64C4-47CA-E14E-A6B8-B14CC2681A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418660" y="-328330"/>
            <a:ext cx="7514660" cy="75146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04492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1">
            <a:extLst>
              <a:ext uri="{FF2B5EF4-FFF2-40B4-BE49-F238E27FC236}">
                <a16:creationId xmlns:a16="http://schemas.microsoft.com/office/drawing/2014/main" id="{A24327FF-047D-1A4D-92C6-86927173E18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80325" y="2039787"/>
            <a:ext cx="2660699" cy="2081725"/>
          </a:xfrm>
          <a:custGeom>
            <a:avLst/>
            <a:gdLst>
              <a:gd name="connsiteX0" fmla="*/ 0 w 2660699"/>
              <a:gd name="connsiteY0" fmla="*/ 0 h 2081725"/>
              <a:gd name="connsiteX1" fmla="*/ 2660699 w 2660699"/>
              <a:gd name="connsiteY1" fmla="*/ 0 h 2081725"/>
              <a:gd name="connsiteX2" fmla="*/ 2660699 w 2660699"/>
              <a:gd name="connsiteY2" fmla="*/ 2081725 h 2081725"/>
              <a:gd name="connsiteX3" fmla="*/ 0 w 2660699"/>
              <a:gd name="connsiteY3" fmla="*/ 2081725 h 2081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0699" h="2081725">
                <a:moveTo>
                  <a:pt x="0" y="0"/>
                </a:moveTo>
                <a:lnTo>
                  <a:pt x="2660699" y="0"/>
                </a:lnTo>
                <a:lnTo>
                  <a:pt x="2660699" y="2081725"/>
                </a:lnTo>
                <a:lnTo>
                  <a:pt x="0" y="208172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Picture Placeholder 25">
            <a:extLst>
              <a:ext uri="{FF2B5EF4-FFF2-40B4-BE49-F238E27FC236}">
                <a16:creationId xmlns:a16="http://schemas.microsoft.com/office/drawing/2014/main" id="{7856527A-8C0C-2E47-91CA-4EE16D08FE6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106308" y="2039787"/>
            <a:ext cx="2660699" cy="2081725"/>
          </a:xfrm>
          <a:custGeom>
            <a:avLst/>
            <a:gdLst>
              <a:gd name="connsiteX0" fmla="*/ 0 w 2660699"/>
              <a:gd name="connsiteY0" fmla="*/ 0 h 2081725"/>
              <a:gd name="connsiteX1" fmla="*/ 2660699 w 2660699"/>
              <a:gd name="connsiteY1" fmla="*/ 0 h 2081725"/>
              <a:gd name="connsiteX2" fmla="*/ 2660699 w 2660699"/>
              <a:gd name="connsiteY2" fmla="*/ 2081725 h 2081725"/>
              <a:gd name="connsiteX3" fmla="*/ 0 w 2660699"/>
              <a:gd name="connsiteY3" fmla="*/ 2081725 h 2081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0699" h="2081725">
                <a:moveTo>
                  <a:pt x="0" y="0"/>
                </a:moveTo>
                <a:lnTo>
                  <a:pt x="2660699" y="0"/>
                </a:lnTo>
                <a:lnTo>
                  <a:pt x="2660699" y="2081725"/>
                </a:lnTo>
                <a:lnTo>
                  <a:pt x="0" y="208172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Picture Placeholder 30">
            <a:extLst>
              <a:ext uri="{FF2B5EF4-FFF2-40B4-BE49-F238E27FC236}">
                <a16:creationId xmlns:a16="http://schemas.microsoft.com/office/drawing/2014/main" id="{1B8E3CC6-1686-8E48-AA74-6F3CDA8D124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443316" y="4121512"/>
            <a:ext cx="2660699" cy="2081725"/>
          </a:xfrm>
          <a:custGeom>
            <a:avLst/>
            <a:gdLst>
              <a:gd name="connsiteX0" fmla="*/ 0 w 2660699"/>
              <a:gd name="connsiteY0" fmla="*/ 0 h 2081725"/>
              <a:gd name="connsiteX1" fmla="*/ 2660699 w 2660699"/>
              <a:gd name="connsiteY1" fmla="*/ 0 h 2081725"/>
              <a:gd name="connsiteX2" fmla="*/ 2660699 w 2660699"/>
              <a:gd name="connsiteY2" fmla="*/ 2081725 h 2081725"/>
              <a:gd name="connsiteX3" fmla="*/ 0 w 2660699"/>
              <a:gd name="connsiteY3" fmla="*/ 2081725 h 2081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0699" h="2081725">
                <a:moveTo>
                  <a:pt x="0" y="0"/>
                </a:moveTo>
                <a:lnTo>
                  <a:pt x="2660699" y="0"/>
                </a:lnTo>
                <a:lnTo>
                  <a:pt x="2660699" y="2081725"/>
                </a:lnTo>
                <a:lnTo>
                  <a:pt x="0" y="208172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31">
            <a:extLst>
              <a:ext uri="{FF2B5EF4-FFF2-40B4-BE49-F238E27FC236}">
                <a16:creationId xmlns:a16="http://schemas.microsoft.com/office/drawing/2014/main" id="{14C54D65-9A60-4C4C-AC83-9D2C2325606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769301" y="4121512"/>
            <a:ext cx="2660699" cy="2081725"/>
          </a:xfrm>
          <a:custGeom>
            <a:avLst/>
            <a:gdLst>
              <a:gd name="connsiteX0" fmla="*/ 0 w 2660699"/>
              <a:gd name="connsiteY0" fmla="*/ 0 h 2081725"/>
              <a:gd name="connsiteX1" fmla="*/ 2660699 w 2660699"/>
              <a:gd name="connsiteY1" fmla="*/ 0 h 2081725"/>
              <a:gd name="connsiteX2" fmla="*/ 2660699 w 2660699"/>
              <a:gd name="connsiteY2" fmla="*/ 2081725 h 2081725"/>
              <a:gd name="connsiteX3" fmla="*/ 0 w 2660699"/>
              <a:gd name="connsiteY3" fmla="*/ 2081725 h 2081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0699" h="2081725">
                <a:moveTo>
                  <a:pt x="0" y="0"/>
                </a:moveTo>
                <a:lnTo>
                  <a:pt x="2660699" y="0"/>
                </a:lnTo>
                <a:lnTo>
                  <a:pt x="2660699" y="2081725"/>
                </a:lnTo>
                <a:lnTo>
                  <a:pt x="0" y="208172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870515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4A96F15-D2A3-1C41-8A60-9E7D9C0CE7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343685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2">
            <a:extLst>
              <a:ext uri="{FF2B5EF4-FFF2-40B4-BE49-F238E27FC236}">
                <a16:creationId xmlns:a16="http://schemas.microsoft.com/office/drawing/2014/main" id="{D7541557-9B63-0E44-BFE0-862F473AE6C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277309" y="703732"/>
            <a:ext cx="2547841" cy="5465220"/>
          </a:xfrm>
          <a:custGeom>
            <a:avLst/>
            <a:gdLst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00842 w 1810823"/>
              <a:gd name="connsiteY11" fmla="*/ 34422 h 3932979"/>
              <a:gd name="connsiteX12" fmla="*/ 517200 w 1810823"/>
              <a:gd name="connsiteY12" fmla="*/ 148233 h 3932979"/>
              <a:gd name="connsiteX13" fmla="*/ 875113 w 1810823"/>
              <a:gd name="connsiteY13" fmla="*/ 148233 h 3932979"/>
              <a:gd name="connsiteX14" fmla="*/ 1293623 w 1810823"/>
              <a:gd name="connsiteY14" fmla="*/ 148233 h 3932979"/>
              <a:gd name="connsiteX15" fmla="*/ 1409981 w 1810823"/>
              <a:gd name="connsiteY15" fmla="*/ 34422 h 3932979"/>
              <a:gd name="connsiteX16" fmla="*/ 1442154 w 1810823"/>
              <a:gd name="connsiteY16" fmla="*/ 0 h 3932979"/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00842 w 1810823"/>
              <a:gd name="connsiteY11" fmla="*/ 34422 h 3932979"/>
              <a:gd name="connsiteX12" fmla="*/ 517200 w 1810823"/>
              <a:gd name="connsiteY12" fmla="*/ 148233 h 3932979"/>
              <a:gd name="connsiteX13" fmla="*/ 875113 w 1810823"/>
              <a:gd name="connsiteY13" fmla="*/ 148233 h 3932979"/>
              <a:gd name="connsiteX14" fmla="*/ 1293623 w 1810823"/>
              <a:gd name="connsiteY14" fmla="*/ 148233 h 3932979"/>
              <a:gd name="connsiteX15" fmla="*/ 1388673 w 1810823"/>
              <a:gd name="connsiteY15" fmla="*/ 34422 h 3932979"/>
              <a:gd name="connsiteX16" fmla="*/ 1442154 w 1810823"/>
              <a:gd name="connsiteY16" fmla="*/ 0 h 3932979"/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00842 w 1810823"/>
              <a:gd name="connsiteY11" fmla="*/ 34422 h 3932979"/>
              <a:gd name="connsiteX12" fmla="*/ 517200 w 1810823"/>
              <a:gd name="connsiteY12" fmla="*/ 148233 h 3932979"/>
              <a:gd name="connsiteX13" fmla="*/ 875113 w 1810823"/>
              <a:gd name="connsiteY13" fmla="*/ 148233 h 3932979"/>
              <a:gd name="connsiteX14" fmla="*/ 1293623 w 1810823"/>
              <a:gd name="connsiteY14" fmla="*/ 148233 h 3932979"/>
              <a:gd name="connsiteX15" fmla="*/ 1388673 w 1810823"/>
              <a:gd name="connsiteY15" fmla="*/ 34422 h 3932979"/>
              <a:gd name="connsiteX16" fmla="*/ 1442154 w 1810823"/>
              <a:gd name="connsiteY16" fmla="*/ 0 h 3932979"/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00842 w 1810823"/>
              <a:gd name="connsiteY11" fmla="*/ 34422 h 3932979"/>
              <a:gd name="connsiteX12" fmla="*/ 517200 w 1810823"/>
              <a:gd name="connsiteY12" fmla="*/ 148233 h 3932979"/>
              <a:gd name="connsiteX13" fmla="*/ 875113 w 1810823"/>
              <a:gd name="connsiteY13" fmla="*/ 148233 h 3932979"/>
              <a:gd name="connsiteX14" fmla="*/ 1296286 w 1810823"/>
              <a:gd name="connsiteY14" fmla="*/ 137446 h 3932979"/>
              <a:gd name="connsiteX15" fmla="*/ 1388673 w 1810823"/>
              <a:gd name="connsiteY15" fmla="*/ 34422 h 3932979"/>
              <a:gd name="connsiteX16" fmla="*/ 1442154 w 1810823"/>
              <a:gd name="connsiteY16" fmla="*/ 0 h 3932979"/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14160 w 1810823"/>
              <a:gd name="connsiteY11" fmla="*/ 34422 h 3932979"/>
              <a:gd name="connsiteX12" fmla="*/ 517200 w 1810823"/>
              <a:gd name="connsiteY12" fmla="*/ 148233 h 3932979"/>
              <a:gd name="connsiteX13" fmla="*/ 875113 w 1810823"/>
              <a:gd name="connsiteY13" fmla="*/ 148233 h 3932979"/>
              <a:gd name="connsiteX14" fmla="*/ 1296286 w 1810823"/>
              <a:gd name="connsiteY14" fmla="*/ 137446 h 3932979"/>
              <a:gd name="connsiteX15" fmla="*/ 1388673 w 1810823"/>
              <a:gd name="connsiteY15" fmla="*/ 34422 h 3932979"/>
              <a:gd name="connsiteX16" fmla="*/ 1442154 w 1810823"/>
              <a:gd name="connsiteY16" fmla="*/ 0 h 3932979"/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14160 w 1810823"/>
              <a:gd name="connsiteY11" fmla="*/ 34422 h 3932979"/>
              <a:gd name="connsiteX12" fmla="*/ 519863 w 1810823"/>
              <a:gd name="connsiteY12" fmla="*/ 137446 h 3932979"/>
              <a:gd name="connsiteX13" fmla="*/ 875113 w 1810823"/>
              <a:gd name="connsiteY13" fmla="*/ 148233 h 3932979"/>
              <a:gd name="connsiteX14" fmla="*/ 1296286 w 1810823"/>
              <a:gd name="connsiteY14" fmla="*/ 137446 h 3932979"/>
              <a:gd name="connsiteX15" fmla="*/ 1388673 w 1810823"/>
              <a:gd name="connsiteY15" fmla="*/ 34422 h 3932979"/>
              <a:gd name="connsiteX16" fmla="*/ 1442154 w 1810823"/>
              <a:gd name="connsiteY16" fmla="*/ 0 h 3932979"/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14160 w 1810823"/>
              <a:gd name="connsiteY11" fmla="*/ 34422 h 3932979"/>
              <a:gd name="connsiteX12" fmla="*/ 519863 w 1810823"/>
              <a:gd name="connsiteY12" fmla="*/ 137446 h 3932979"/>
              <a:gd name="connsiteX13" fmla="*/ 875113 w 1810823"/>
              <a:gd name="connsiteY13" fmla="*/ 137446 h 3932979"/>
              <a:gd name="connsiteX14" fmla="*/ 1296286 w 1810823"/>
              <a:gd name="connsiteY14" fmla="*/ 137446 h 3932979"/>
              <a:gd name="connsiteX15" fmla="*/ 1388673 w 1810823"/>
              <a:gd name="connsiteY15" fmla="*/ 34422 h 3932979"/>
              <a:gd name="connsiteX16" fmla="*/ 1442154 w 1810823"/>
              <a:gd name="connsiteY16" fmla="*/ 0 h 3932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10823" h="3932979">
                <a:moveTo>
                  <a:pt x="1442154" y="0"/>
                </a:moveTo>
                <a:lnTo>
                  <a:pt x="1627308" y="0"/>
                </a:lnTo>
                <a:cubicBezTo>
                  <a:pt x="1728659" y="0"/>
                  <a:pt x="1810823" y="83027"/>
                  <a:pt x="1810823" y="185447"/>
                </a:cubicBezTo>
                <a:lnTo>
                  <a:pt x="1810823" y="3747531"/>
                </a:lnTo>
                <a:cubicBezTo>
                  <a:pt x="1810823" y="3849953"/>
                  <a:pt x="1728659" y="3932979"/>
                  <a:pt x="1627308" y="3932979"/>
                </a:cubicBezTo>
                <a:lnTo>
                  <a:pt x="935710" y="3932979"/>
                </a:lnTo>
                <a:lnTo>
                  <a:pt x="183517" y="3932979"/>
                </a:lnTo>
                <a:cubicBezTo>
                  <a:pt x="82165" y="3932979"/>
                  <a:pt x="0" y="3849953"/>
                  <a:pt x="0" y="3747533"/>
                </a:cubicBezTo>
                <a:lnTo>
                  <a:pt x="0" y="185447"/>
                </a:lnTo>
                <a:cubicBezTo>
                  <a:pt x="0" y="83027"/>
                  <a:pt x="82165" y="1"/>
                  <a:pt x="183517" y="1"/>
                </a:cubicBezTo>
                <a:lnTo>
                  <a:pt x="368670" y="1"/>
                </a:lnTo>
                <a:cubicBezTo>
                  <a:pt x="386970" y="113"/>
                  <a:pt x="413536" y="14112"/>
                  <a:pt x="414160" y="34422"/>
                </a:cubicBezTo>
                <a:cubicBezTo>
                  <a:pt x="414160" y="100068"/>
                  <a:pt x="454903" y="137446"/>
                  <a:pt x="519863" y="137446"/>
                </a:cubicBezTo>
                <a:lnTo>
                  <a:pt x="875113" y="137446"/>
                </a:lnTo>
                <a:lnTo>
                  <a:pt x="1296286" y="137446"/>
                </a:lnTo>
                <a:cubicBezTo>
                  <a:pt x="1361246" y="137446"/>
                  <a:pt x="1388673" y="78492"/>
                  <a:pt x="1388673" y="34422"/>
                </a:cubicBezTo>
                <a:cubicBezTo>
                  <a:pt x="1389297" y="14112"/>
                  <a:pt x="1423854" y="112"/>
                  <a:pt x="1442154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616134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2">
            <a:extLst>
              <a:ext uri="{FF2B5EF4-FFF2-40B4-BE49-F238E27FC236}">
                <a16:creationId xmlns:a16="http://schemas.microsoft.com/office/drawing/2014/main" id="{D7541557-9B63-0E44-BFE0-862F473AE6C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22079" y="703732"/>
            <a:ext cx="2547841" cy="5465220"/>
          </a:xfrm>
          <a:custGeom>
            <a:avLst/>
            <a:gdLst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00842 w 1810823"/>
              <a:gd name="connsiteY11" fmla="*/ 34422 h 3932979"/>
              <a:gd name="connsiteX12" fmla="*/ 517200 w 1810823"/>
              <a:gd name="connsiteY12" fmla="*/ 148233 h 3932979"/>
              <a:gd name="connsiteX13" fmla="*/ 875113 w 1810823"/>
              <a:gd name="connsiteY13" fmla="*/ 148233 h 3932979"/>
              <a:gd name="connsiteX14" fmla="*/ 1293623 w 1810823"/>
              <a:gd name="connsiteY14" fmla="*/ 148233 h 3932979"/>
              <a:gd name="connsiteX15" fmla="*/ 1409981 w 1810823"/>
              <a:gd name="connsiteY15" fmla="*/ 34422 h 3932979"/>
              <a:gd name="connsiteX16" fmla="*/ 1442154 w 1810823"/>
              <a:gd name="connsiteY16" fmla="*/ 0 h 3932979"/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00842 w 1810823"/>
              <a:gd name="connsiteY11" fmla="*/ 34422 h 3932979"/>
              <a:gd name="connsiteX12" fmla="*/ 517200 w 1810823"/>
              <a:gd name="connsiteY12" fmla="*/ 148233 h 3932979"/>
              <a:gd name="connsiteX13" fmla="*/ 875113 w 1810823"/>
              <a:gd name="connsiteY13" fmla="*/ 148233 h 3932979"/>
              <a:gd name="connsiteX14" fmla="*/ 1293623 w 1810823"/>
              <a:gd name="connsiteY14" fmla="*/ 148233 h 3932979"/>
              <a:gd name="connsiteX15" fmla="*/ 1388673 w 1810823"/>
              <a:gd name="connsiteY15" fmla="*/ 34422 h 3932979"/>
              <a:gd name="connsiteX16" fmla="*/ 1442154 w 1810823"/>
              <a:gd name="connsiteY16" fmla="*/ 0 h 3932979"/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00842 w 1810823"/>
              <a:gd name="connsiteY11" fmla="*/ 34422 h 3932979"/>
              <a:gd name="connsiteX12" fmla="*/ 517200 w 1810823"/>
              <a:gd name="connsiteY12" fmla="*/ 148233 h 3932979"/>
              <a:gd name="connsiteX13" fmla="*/ 875113 w 1810823"/>
              <a:gd name="connsiteY13" fmla="*/ 148233 h 3932979"/>
              <a:gd name="connsiteX14" fmla="*/ 1293623 w 1810823"/>
              <a:gd name="connsiteY14" fmla="*/ 148233 h 3932979"/>
              <a:gd name="connsiteX15" fmla="*/ 1388673 w 1810823"/>
              <a:gd name="connsiteY15" fmla="*/ 34422 h 3932979"/>
              <a:gd name="connsiteX16" fmla="*/ 1442154 w 1810823"/>
              <a:gd name="connsiteY16" fmla="*/ 0 h 3932979"/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00842 w 1810823"/>
              <a:gd name="connsiteY11" fmla="*/ 34422 h 3932979"/>
              <a:gd name="connsiteX12" fmla="*/ 517200 w 1810823"/>
              <a:gd name="connsiteY12" fmla="*/ 148233 h 3932979"/>
              <a:gd name="connsiteX13" fmla="*/ 875113 w 1810823"/>
              <a:gd name="connsiteY13" fmla="*/ 148233 h 3932979"/>
              <a:gd name="connsiteX14" fmla="*/ 1296286 w 1810823"/>
              <a:gd name="connsiteY14" fmla="*/ 137446 h 3932979"/>
              <a:gd name="connsiteX15" fmla="*/ 1388673 w 1810823"/>
              <a:gd name="connsiteY15" fmla="*/ 34422 h 3932979"/>
              <a:gd name="connsiteX16" fmla="*/ 1442154 w 1810823"/>
              <a:gd name="connsiteY16" fmla="*/ 0 h 3932979"/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14160 w 1810823"/>
              <a:gd name="connsiteY11" fmla="*/ 34422 h 3932979"/>
              <a:gd name="connsiteX12" fmla="*/ 517200 w 1810823"/>
              <a:gd name="connsiteY12" fmla="*/ 148233 h 3932979"/>
              <a:gd name="connsiteX13" fmla="*/ 875113 w 1810823"/>
              <a:gd name="connsiteY13" fmla="*/ 148233 h 3932979"/>
              <a:gd name="connsiteX14" fmla="*/ 1296286 w 1810823"/>
              <a:gd name="connsiteY14" fmla="*/ 137446 h 3932979"/>
              <a:gd name="connsiteX15" fmla="*/ 1388673 w 1810823"/>
              <a:gd name="connsiteY15" fmla="*/ 34422 h 3932979"/>
              <a:gd name="connsiteX16" fmla="*/ 1442154 w 1810823"/>
              <a:gd name="connsiteY16" fmla="*/ 0 h 3932979"/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14160 w 1810823"/>
              <a:gd name="connsiteY11" fmla="*/ 34422 h 3932979"/>
              <a:gd name="connsiteX12" fmla="*/ 519863 w 1810823"/>
              <a:gd name="connsiteY12" fmla="*/ 137446 h 3932979"/>
              <a:gd name="connsiteX13" fmla="*/ 875113 w 1810823"/>
              <a:gd name="connsiteY13" fmla="*/ 148233 h 3932979"/>
              <a:gd name="connsiteX14" fmla="*/ 1296286 w 1810823"/>
              <a:gd name="connsiteY14" fmla="*/ 137446 h 3932979"/>
              <a:gd name="connsiteX15" fmla="*/ 1388673 w 1810823"/>
              <a:gd name="connsiteY15" fmla="*/ 34422 h 3932979"/>
              <a:gd name="connsiteX16" fmla="*/ 1442154 w 1810823"/>
              <a:gd name="connsiteY16" fmla="*/ 0 h 3932979"/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14160 w 1810823"/>
              <a:gd name="connsiteY11" fmla="*/ 34422 h 3932979"/>
              <a:gd name="connsiteX12" fmla="*/ 519863 w 1810823"/>
              <a:gd name="connsiteY12" fmla="*/ 137446 h 3932979"/>
              <a:gd name="connsiteX13" fmla="*/ 875113 w 1810823"/>
              <a:gd name="connsiteY13" fmla="*/ 137446 h 3932979"/>
              <a:gd name="connsiteX14" fmla="*/ 1296286 w 1810823"/>
              <a:gd name="connsiteY14" fmla="*/ 137446 h 3932979"/>
              <a:gd name="connsiteX15" fmla="*/ 1388673 w 1810823"/>
              <a:gd name="connsiteY15" fmla="*/ 34422 h 3932979"/>
              <a:gd name="connsiteX16" fmla="*/ 1442154 w 1810823"/>
              <a:gd name="connsiteY16" fmla="*/ 0 h 3932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10823" h="3932979">
                <a:moveTo>
                  <a:pt x="1442154" y="0"/>
                </a:moveTo>
                <a:lnTo>
                  <a:pt x="1627308" y="0"/>
                </a:lnTo>
                <a:cubicBezTo>
                  <a:pt x="1728659" y="0"/>
                  <a:pt x="1810823" y="83027"/>
                  <a:pt x="1810823" y="185447"/>
                </a:cubicBezTo>
                <a:lnTo>
                  <a:pt x="1810823" y="3747531"/>
                </a:lnTo>
                <a:cubicBezTo>
                  <a:pt x="1810823" y="3849953"/>
                  <a:pt x="1728659" y="3932979"/>
                  <a:pt x="1627308" y="3932979"/>
                </a:cubicBezTo>
                <a:lnTo>
                  <a:pt x="935710" y="3932979"/>
                </a:lnTo>
                <a:lnTo>
                  <a:pt x="183517" y="3932979"/>
                </a:lnTo>
                <a:cubicBezTo>
                  <a:pt x="82165" y="3932979"/>
                  <a:pt x="0" y="3849953"/>
                  <a:pt x="0" y="3747533"/>
                </a:cubicBezTo>
                <a:lnTo>
                  <a:pt x="0" y="185447"/>
                </a:lnTo>
                <a:cubicBezTo>
                  <a:pt x="0" y="83027"/>
                  <a:pt x="82165" y="1"/>
                  <a:pt x="183517" y="1"/>
                </a:cubicBezTo>
                <a:lnTo>
                  <a:pt x="368670" y="1"/>
                </a:lnTo>
                <a:cubicBezTo>
                  <a:pt x="386970" y="113"/>
                  <a:pt x="413536" y="14112"/>
                  <a:pt x="414160" y="34422"/>
                </a:cubicBezTo>
                <a:cubicBezTo>
                  <a:pt x="414160" y="100068"/>
                  <a:pt x="454903" y="137446"/>
                  <a:pt x="519863" y="137446"/>
                </a:cubicBezTo>
                <a:lnTo>
                  <a:pt x="875113" y="137446"/>
                </a:lnTo>
                <a:lnTo>
                  <a:pt x="1296286" y="137446"/>
                </a:lnTo>
                <a:cubicBezTo>
                  <a:pt x="1361246" y="137446"/>
                  <a:pt x="1388673" y="78492"/>
                  <a:pt x="1388673" y="34422"/>
                </a:cubicBezTo>
                <a:cubicBezTo>
                  <a:pt x="1389297" y="14112"/>
                  <a:pt x="1423854" y="112"/>
                  <a:pt x="1442154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42303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F99C19-38FF-72D5-4FE3-DE10A7AB49F1}"/>
              </a:ext>
            </a:extLst>
          </p:cNvPr>
          <p:cNvSpPr txBox="1"/>
          <p:nvPr userDrawn="1"/>
        </p:nvSpPr>
        <p:spPr bwMode="gray">
          <a:xfrm>
            <a:off x="283180" y="6375688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accent2"/>
                </a:solidFill>
                <a:latin typeface="Arial" panose="020B0604020202020204" pitchFamily="34" charset="0"/>
              </a:rPr>
              <a:pPr algn="l">
                <a:lnSpc>
                  <a:spcPct val="90000"/>
                </a:lnSpc>
              </a:pPr>
              <a:t>‹#›</a:t>
            </a:fld>
            <a:endParaRPr lang="en-US" sz="1000" b="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014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77" r:id="rId2"/>
    <p:sldLayoutId id="2147483678" r:id="rId3"/>
    <p:sldLayoutId id="2147483679" r:id="rId4"/>
    <p:sldLayoutId id="2147483693" r:id="rId5"/>
    <p:sldLayoutId id="2147483694" r:id="rId6"/>
    <p:sldLayoutId id="2147483649" r:id="rId7"/>
    <p:sldLayoutId id="2147483654" r:id="rId8"/>
    <p:sldLayoutId id="2147483651" r:id="rId9"/>
    <p:sldLayoutId id="2147483652" r:id="rId10"/>
    <p:sldLayoutId id="2147483653" r:id="rId11"/>
    <p:sldLayoutId id="2147483656" r:id="rId12"/>
    <p:sldLayoutId id="2147483655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72" r:id="rId21"/>
    <p:sldLayoutId id="2147483664" r:id="rId22"/>
    <p:sldLayoutId id="2147483665" r:id="rId23"/>
    <p:sldLayoutId id="2147483666" r:id="rId24"/>
    <p:sldLayoutId id="2147483668" r:id="rId25"/>
    <p:sldLayoutId id="2147483667" r:id="rId26"/>
    <p:sldLayoutId id="2147483669" r:id="rId27"/>
    <p:sldLayoutId id="2147483670" r:id="rId28"/>
    <p:sldLayoutId id="2147483671" r:id="rId29"/>
    <p:sldLayoutId id="2147483673" r:id="rId30"/>
    <p:sldLayoutId id="2147483674" r:id="rId31"/>
    <p:sldLayoutId id="2147483675" r:id="rId32"/>
    <p:sldLayoutId id="2147483676" r:id="rId3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27D73EC-9739-F94F-9B97-6C8EF2204536}"/>
              </a:ext>
            </a:extLst>
          </p:cNvPr>
          <p:cNvSpPr/>
          <p:nvPr/>
        </p:nvSpPr>
        <p:spPr>
          <a:xfrm>
            <a:off x="1014484" y="1239643"/>
            <a:ext cx="10476931" cy="4132491"/>
          </a:xfrm>
          <a:prstGeom prst="rect">
            <a:avLst/>
          </a:prstGeom>
          <a:solidFill>
            <a:schemeClr val="accent4">
              <a:lumMod val="50000"/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EF36D9-41B5-0D4F-B112-66548CF4C39C}"/>
              </a:ext>
            </a:extLst>
          </p:cNvPr>
          <p:cNvSpPr txBox="1"/>
          <p:nvPr/>
        </p:nvSpPr>
        <p:spPr>
          <a:xfrm>
            <a:off x="1530127" y="1982450"/>
            <a:ext cx="69740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spc="-100" dirty="0">
                <a:solidFill>
                  <a:schemeClr val="bg1"/>
                </a:solidFill>
                <a:latin typeface="+mj-ea"/>
                <a:ea typeface="+mj-ea"/>
              </a:rPr>
              <a:t>발표 주제</a:t>
            </a:r>
            <a:endParaRPr lang="en-US" sz="4800" b="1" spc="-1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6EF7E2-BE27-5E44-96B5-F36FF942CD14}"/>
              </a:ext>
            </a:extLst>
          </p:cNvPr>
          <p:cNvSpPr txBox="1"/>
          <p:nvPr/>
        </p:nvSpPr>
        <p:spPr>
          <a:xfrm>
            <a:off x="8672773" y="263058"/>
            <a:ext cx="34628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kern="0">
                <a:effectLst/>
                <a:latin typeface="+mj-ea"/>
                <a:ea typeface="+mj-ea"/>
                <a:cs typeface="굴림" panose="020B0600000101010101" pitchFamily="50" charset="-127"/>
              </a:rPr>
              <a:t>2023</a:t>
            </a:r>
            <a:r>
              <a:rPr lang="ko-KR" altLang="ko-KR" sz="1400" kern="0">
                <a:effectLst/>
                <a:latin typeface="+mj-ea"/>
                <a:ea typeface="+mj-ea"/>
                <a:cs typeface="굴림" panose="020B0600000101010101" pitchFamily="50" charset="-127"/>
              </a:rPr>
              <a:t>년 </a:t>
            </a:r>
            <a:r>
              <a:rPr lang="ko-KR" altLang="ko-KR" sz="1400" kern="0" dirty="0">
                <a:effectLst/>
                <a:latin typeface="+mj-ea"/>
                <a:ea typeface="+mj-ea"/>
                <a:cs typeface="굴림" panose="020B0600000101010101" pitchFamily="50" charset="-127"/>
              </a:rPr>
              <a:t>산업맞춤 </a:t>
            </a:r>
            <a:r>
              <a:rPr lang="ko-KR" altLang="ko-KR" sz="1400" kern="0" dirty="0" err="1">
                <a:effectLst/>
                <a:latin typeface="+mj-ea"/>
                <a:ea typeface="+mj-ea"/>
                <a:cs typeface="굴림" panose="020B0600000101010101" pitchFamily="50" charset="-127"/>
              </a:rPr>
              <a:t>단기직무능력인증과정</a:t>
            </a:r>
            <a:r>
              <a:rPr lang="ko-KR" altLang="ko-KR" sz="1400" kern="0" dirty="0">
                <a:effectLst/>
                <a:latin typeface="+mj-ea"/>
                <a:ea typeface="+mj-ea"/>
                <a:cs typeface="굴림" panose="020B0600000101010101" pitchFamily="50" charset="-127"/>
              </a:rPr>
              <a:t> </a:t>
            </a:r>
            <a:endParaRPr 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F82D0C-6CB0-6487-9482-57561F9B6BE6}"/>
              </a:ext>
            </a:extLst>
          </p:cNvPr>
          <p:cNvSpPr txBox="1"/>
          <p:nvPr/>
        </p:nvSpPr>
        <p:spPr>
          <a:xfrm>
            <a:off x="10671841" y="484041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성명</a:t>
            </a:r>
            <a:endParaRPr 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02051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does Microsoft's largest datacenter look like? - OpenSistemas">
            <a:extLst>
              <a:ext uri="{FF2B5EF4-FFF2-40B4-BE49-F238E27FC236}">
                <a16:creationId xmlns:a16="http://schemas.microsoft.com/office/drawing/2014/main" id="{AB2420E5-18D6-78E8-6E22-91B9A5CC7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96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3B83649-453D-39E9-2710-4FA6C12827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350" y="2667001"/>
            <a:ext cx="11417300" cy="761999"/>
          </a:xfrm>
        </p:spPr>
        <p:txBody>
          <a:bodyPr/>
          <a:lstStyle/>
          <a:p>
            <a:pPr algn="ctr"/>
            <a:r>
              <a:rPr lang="ko-KR" altLang="en-US" sz="4800" dirty="0">
                <a:solidFill>
                  <a:schemeClr val="bg1"/>
                </a:solidFill>
              </a:rPr>
              <a:t>소주제</a:t>
            </a:r>
          </a:p>
        </p:txBody>
      </p:sp>
    </p:spTree>
    <p:extLst>
      <p:ext uri="{BB962C8B-B14F-4D97-AF65-F5344CB8AC3E}">
        <p14:creationId xmlns:p14="http://schemas.microsoft.com/office/powerpoint/2010/main" val="3367296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4485;p170">
            <a:extLst>
              <a:ext uri="{FF2B5EF4-FFF2-40B4-BE49-F238E27FC236}">
                <a16:creationId xmlns:a16="http://schemas.microsoft.com/office/drawing/2014/main" id="{B4B6FC02-F2DA-354A-B341-57221D0E20C4}"/>
              </a:ext>
            </a:extLst>
          </p:cNvPr>
          <p:cNvSpPr txBox="1">
            <a:spLocks/>
          </p:cNvSpPr>
          <p:nvPr/>
        </p:nvSpPr>
        <p:spPr>
          <a:xfrm>
            <a:off x="426424" y="302551"/>
            <a:ext cx="113358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135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3700"/>
              <a:buFont typeface="Quattrocento Sans"/>
              <a:buNone/>
            </a:pPr>
            <a:r>
              <a:rPr lang="ko-KR" altLang="en-US" sz="4500" b="1" dirty="0">
                <a:latin typeface="Calibri"/>
                <a:ea typeface="Calibri"/>
                <a:cs typeface="Calibri"/>
                <a:sym typeface="Calibri"/>
              </a:rPr>
              <a:t>제목</a:t>
            </a:r>
            <a:endParaRPr lang="en-US" sz="4500" b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8154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does Microsoft's largest datacenter look like? - OpenSistemas">
            <a:extLst>
              <a:ext uri="{FF2B5EF4-FFF2-40B4-BE49-F238E27FC236}">
                <a16:creationId xmlns:a16="http://schemas.microsoft.com/office/drawing/2014/main" id="{AB2420E5-18D6-78E8-6E22-91B9A5CC7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96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3B83649-453D-39E9-2710-4FA6C12827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350" y="2667001"/>
            <a:ext cx="11417300" cy="761999"/>
          </a:xfrm>
        </p:spPr>
        <p:txBody>
          <a:bodyPr/>
          <a:lstStyle/>
          <a:p>
            <a:pPr algn="ctr"/>
            <a:r>
              <a:rPr lang="ko-KR" altLang="en-US" sz="4800" dirty="0">
                <a:solidFill>
                  <a:schemeClr val="bg1"/>
                </a:solidFill>
              </a:rPr>
              <a:t>소주제</a:t>
            </a:r>
          </a:p>
        </p:txBody>
      </p:sp>
    </p:spTree>
    <p:extLst>
      <p:ext uri="{BB962C8B-B14F-4D97-AF65-F5344CB8AC3E}">
        <p14:creationId xmlns:p14="http://schemas.microsoft.com/office/powerpoint/2010/main" val="1856378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4485;p170">
            <a:extLst>
              <a:ext uri="{FF2B5EF4-FFF2-40B4-BE49-F238E27FC236}">
                <a16:creationId xmlns:a16="http://schemas.microsoft.com/office/drawing/2014/main" id="{B4B6FC02-F2DA-354A-B341-57221D0E20C4}"/>
              </a:ext>
            </a:extLst>
          </p:cNvPr>
          <p:cNvSpPr txBox="1">
            <a:spLocks/>
          </p:cNvSpPr>
          <p:nvPr/>
        </p:nvSpPr>
        <p:spPr>
          <a:xfrm>
            <a:off x="426424" y="302551"/>
            <a:ext cx="113358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135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3700"/>
              <a:buFont typeface="Quattrocento Sans"/>
              <a:buNone/>
            </a:pPr>
            <a:r>
              <a:rPr lang="ko-KR" altLang="en-US" sz="4500" b="1" dirty="0">
                <a:latin typeface="Calibri"/>
                <a:ea typeface="Calibri"/>
                <a:cs typeface="Calibri"/>
                <a:sym typeface="Calibri"/>
              </a:rPr>
              <a:t>제목</a:t>
            </a:r>
            <a:endParaRPr lang="en-US" sz="4500" b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79606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982" y="1816971"/>
            <a:ext cx="6892464" cy="2998220"/>
          </a:xfrm>
          <a:prstGeom prst="rect">
            <a:avLst/>
          </a:prstGeom>
        </p:spPr>
      </p:pic>
      <p:sp>
        <p:nvSpPr>
          <p:cNvPr id="6" name="AutoShape 2" descr="Agenda"/>
          <p:cNvSpPr>
            <a:spLocks noChangeAspect="1" noChangeArrowheads="1"/>
          </p:cNvSpPr>
          <p:nvPr/>
        </p:nvSpPr>
        <p:spPr bwMode="auto">
          <a:xfrm>
            <a:off x="1112653" y="-1691292"/>
            <a:ext cx="5007373" cy="5007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2835" tIns="36417" rIns="72835" bIns="36417" numCol="1" anchor="t" anchorCtr="0" compatLnSpc="1">
            <a:prstTxWarp prst="textNoShape">
              <a:avLst/>
            </a:prstTxWarp>
          </a:bodyPr>
          <a:lstStyle/>
          <a:p>
            <a:pPr defTabSz="495288">
              <a:defRPr/>
            </a:pPr>
            <a:endParaRPr lang="ko-KR" altLang="en-US" sz="1434">
              <a:solidFill>
                <a:srgbClr val="060F18"/>
              </a:solidFill>
              <a:latin typeface="맑은 고딕" panose="020F0502020204030204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4494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사용자 지정 2">
      <a:dk1>
        <a:srgbClr val="1E1E1E"/>
      </a:dk1>
      <a:lt1>
        <a:srgbClr val="FFFFFF"/>
      </a:lt1>
      <a:dk2>
        <a:srgbClr val="1E44E6"/>
      </a:dk2>
      <a:lt2>
        <a:srgbClr val="F5F5F5"/>
      </a:lt2>
      <a:accent1>
        <a:srgbClr val="D2D2D2"/>
      </a:accent1>
      <a:accent2>
        <a:srgbClr val="A5A5A5"/>
      </a:accent2>
      <a:accent3>
        <a:srgbClr val="787878"/>
      </a:accent3>
      <a:accent4>
        <a:srgbClr val="D2E5FA"/>
      </a:accent4>
      <a:accent5>
        <a:srgbClr val="A5C9F1"/>
      </a:accent5>
      <a:accent6>
        <a:srgbClr val="3B5CE9"/>
      </a:accent6>
      <a:hlink>
        <a:srgbClr val="1D1D1D"/>
      </a:hlink>
      <a:folHlink>
        <a:srgbClr val="1D1D1D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00FD1BD17DE634E9A8E0E3F663862AB" ma:contentTypeVersion="14" ma:contentTypeDescription="새 문서를 만듭니다." ma:contentTypeScope="" ma:versionID="091a25ff2893b08f03ec0ca60b21545d">
  <xsd:schema xmlns:xsd="http://www.w3.org/2001/XMLSchema" xmlns:xs="http://www.w3.org/2001/XMLSchema" xmlns:p="http://schemas.microsoft.com/office/2006/metadata/properties" xmlns:ns2="0453aa2e-a92a-45be-9679-87a81ba7287f" xmlns:ns3="be620577-cb61-4fde-a926-960ffddef112" targetNamespace="http://schemas.microsoft.com/office/2006/metadata/properties" ma:root="true" ma:fieldsID="1e50ba95cad231b3f6e56851744335f1" ns2:_="" ns3:_="">
    <xsd:import namespace="0453aa2e-a92a-45be-9679-87a81ba7287f"/>
    <xsd:import namespace="be620577-cb61-4fde-a926-960ffddef1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53aa2e-a92a-45be-9679-87a81ba728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4835697e-aec6-44bb-8538-cb618dd564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620577-cb61-4fde-a926-960ffddef11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d0096d2-7a89-46e3-b72d-7477d72f04d9}" ma:internalName="TaxCatchAll" ma:showField="CatchAllData" ma:web="be620577-cb61-4fde-a926-960ffddef11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620577-cb61-4fde-a926-960ffddef112" xsi:nil="true"/>
    <lcf76f155ced4ddcb4097134ff3c332f xmlns="0453aa2e-a92a-45be-9679-87a81ba7287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010DFD2-84A8-4D90-AC6A-5AC691C0F7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53aa2e-a92a-45be-9679-87a81ba7287f"/>
    <ds:schemaRef ds:uri="be620577-cb61-4fde-a926-960ffddef1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D82E5D-0E06-4C76-ABF8-6BDF72772B20}">
  <ds:schemaRefs>
    <ds:schemaRef ds:uri="http://schemas.microsoft.com/office/2006/metadata/properties"/>
    <ds:schemaRef ds:uri="http://schemas.microsoft.com/office/infopath/2007/PartnerControls"/>
    <ds:schemaRef ds:uri="be620577-cb61-4fde-a926-960ffddef112"/>
    <ds:schemaRef ds:uri="0453aa2e-a92a-45be-9679-87a81ba7287f"/>
  </ds:schemaRefs>
</ds:datastoreItem>
</file>

<file path=customXml/itemProps3.xml><?xml version="1.0" encoding="utf-8"?>
<ds:datastoreItem xmlns:ds="http://schemas.openxmlformats.org/officeDocument/2006/customXml" ds:itemID="{27D114E7-B4CF-4449-90F0-AD3DA8AC289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2380</TotalTime>
  <Words>12</Words>
  <Application>Microsoft Office PowerPoint</Application>
  <PresentationFormat>와이드스크린</PresentationFormat>
  <Paragraphs>8</Paragraphs>
  <Slides>6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System Font Regular</vt:lpstr>
      <vt:lpstr>맑은 고딕</vt:lpstr>
      <vt:lpstr>Arial</vt:lpstr>
      <vt:lpstr>Calibri</vt:lpstr>
      <vt:lpstr>Quattrocento Sans</vt:lpstr>
      <vt:lpstr>Office Theme</vt:lpstr>
      <vt:lpstr>think-cell Slide</vt:lpstr>
      <vt:lpstr>PowerPoint 프레젠테이션</vt:lpstr>
      <vt:lpstr>소주제</vt:lpstr>
      <vt:lpstr>PowerPoint 프레젠테이션</vt:lpstr>
      <vt:lpstr>소주제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서경진</cp:lastModifiedBy>
  <cp:revision>106</cp:revision>
  <dcterms:created xsi:type="dcterms:W3CDTF">2020-11-29T07:01:51Z</dcterms:created>
  <dcterms:modified xsi:type="dcterms:W3CDTF">2023-07-24T22:20:57Z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0x010100000FD1BD17DE634E9A8E0E3F663862AB</vt:lpwstr>
  </property>
</Properties>
</file>