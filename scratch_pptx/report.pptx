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258" r:id="rId5"/>
    <p:sldId id="2076136826" r:id="rId18"/>
    <p:sldId id="2076136827" r:id="rId19"/>
    <p:sldId id="2076136828" r:id="rId20"/>
    <p:sldId id="2076136829" r:id="rId21"/>
    <p:sldId id="2076136830" r:id="rId22"/>
    <p:sldId id="2076136831" r:id="rId23"/>
    <p:sldId id="2076136832" r:id="rId24"/>
    <p:sldId id="2076136833" r:id="rId25"/>
    <p:sldId id="2076136834" r:id="rId26"/>
    <p:sldId id="2076136835" r:id="rId27"/>
    <p:sldId id="2076136836" r:id="rId28"/>
    <p:sldId id="2076136837" r:id="rId29"/>
    <p:sldId id="2076136838" r:id="rId30"/>
    <p:sldId id="2076136839" r:id="rId31"/>
    <p:sldId id="2076136840" r:id="rId32"/>
    <p:sldId id="2076136841" r:id="rId33"/>
    <p:sldId id="2076136842" r:id="rId34"/>
    <p:sldId id="2076136843" r:id="rId35"/>
    <p:sldId id="2076136844" r:id="rId36"/>
    <p:sldId id="2076136845" r:id="rId37"/>
    <p:sldId id="2076136846" r:id="rId38"/>
    <p:sldId id="2076136847" r:id="rId39"/>
    <p:sldId id="297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E8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4CB51C-8145-F44C-BA54-57C40CB0F2FB}" v="24" dt="2022-12-18T09:12:48.430"/>
    <p1510:client id="{2CB59309-88A8-7645-9A55-9E89103CCD41}" v="24" dt="2022-12-17T18:15:24.3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15"/>
    <p:restoredTop sz="94707"/>
  </p:normalViewPr>
  <p:slideViewPr>
    <p:cSldViewPr snapToGrid="0" snapToObjects="1">
      <p:cViewPr varScale="1">
        <p:scale>
          <a:sx n="78" d="100"/>
          <a:sy n="78" d="100"/>
        </p:scale>
        <p:origin x="991" y="4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10" Type="http://schemas.openxmlformats.org/officeDocument/2006/relationships/slide" Target="slides/slide24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slide" Target="slides/slide18.xml"/><Relationship Id="rId35" Type="http://schemas.openxmlformats.org/officeDocument/2006/relationships/slide" Target="slides/slide19.xml"/><Relationship Id="rId36" Type="http://schemas.openxmlformats.org/officeDocument/2006/relationships/slide" Target="slides/slide20.xml"/><Relationship Id="rId37" Type="http://schemas.openxmlformats.org/officeDocument/2006/relationships/slide" Target="slides/slide21.xml"/><Relationship Id="rId38" Type="http://schemas.openxmlformats.org/officeDocument/2006/relationships/slide" Target="slides/slide22.xml"/><Relationship Id="rId39" Type="http://schemas.openxmlformats.org/officeDocument/2006/relationships/slide" Target="slides/slide2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영욱 김" userId="6ad1e3ca-699d-4e83-b590-3f083b3f3332" providerId="ADAL" clId="{184CB51C-8145-F44C-BA54-57C40CB0F2FB}"/>
    <pc:docChg chg="custSel addSld delSld modSld">
      <pc:chgData name="영욱 김" userId="6ad1e3ca-699d-4e83-b590-3f083b3f3332" providerId="ADAL" clId="{184CB51C-8145-F44C-BA54-57C40CB0F2FB}" dt="2022-12-18T09:12:52.747" v="437" actId="1076"/>
      <pc:docMkLst>
        <pc:docMk/>
      </pc:docMkLst>
      <pc:sldChg chg="delSp modSp mod">
        <pc:chgData name="영욱 김" userId="6ad1e3ca-699d-4e83-b590-3f083b3f3332" providerId="ADAL" clId="{184CB51C-8145-F44C-BA54-57C40CB0F2FB}" dt="2022-12-17T18:56:41.965" v="12" actId="478"/>
        <pc:sldMkLst>
          <pc:docMk/>
          <pc:sldMk cId="3402051572" sldId="258"/>
        </pc:sldMkLst>
        <pc:spChg chg="mod">
          <ac:chgData name="영욱 김" userId="6ad1e3ca-699d-4e83-b590-3f083b3f3332" providerId="ADAL" clId="{184CB51C-8145-F44C-BA54-57C40CB0F2FB}" dt="2022-12-17T18:56:37.926" v="11" actId="20577"/>
          <ac:spMkLst>
            <pc:docMk/>
            <pc:sldMk cId="3402051572" sldId="258"/>
            <ac:spMk id="5" creationId="{86EF36D9-41B5-0D4F-B112-66548CF4C39C}"/>
          </ac:spMkLst>
        </pc:spChg>
        <pc:spChg chg="del">
          <ac:chgData name="영욱 김" userId="6ad1e3ca-699d-4e83-b590-3f083b3f3332" providerId="ADAL" clId="{184CB51C-8145-F44C-BA54-57C40CB0F2FB}" dt="2022-12-17T18:56:41.965" v="12" actId="478"/>
          <ac:spMkLst>
            <pc:docMk/>
            <pc:sldMk cId="3402051572" sldId="258"/>
            <ac:spMk id="7" creationId="{EDCD5A6B-0C88-6945-89D8-41BF3E893913}"/>
          </ac:spMkLst>
        </pc:spChg>
      </pc:sldChg>
      <pc:sldChg chg="modSp mod">
        <pc:chgData name="영욱 김" userId="6ad1e3ca-699d-4e83-b590-3f083b3f3332" providerId="ADAL" clId="{184CB51C-8145-F44C-BA54-57C40CB0F2FB}" dt="2022-12-17T18:57:01.409" v="58" actId="20577"/>
        <pc:sldMkLst>
          <pc:docMk/>
          <pc:sldMk cId="2889706060" sldId="259"/>
        </pc:sldMkLst>
        <pc:spChg chg="mod">
          <ac:chgData name="영욱 김" userId="6ad1e3ca-699d-4e83-b590-3f083b3f3332" providerId="ADAL" clId="{184CB51C-8145-F44C-BA54-57C40CB0F2FB}" dt="2022-12-17T18:57:01.409" v="58" actId="20577"/>
          <ac:spMkLst>
            <pc:docMk/>
            <pc:sldMk cId="2889706060" sldId="259"/>
            <ac:spMk id="2" creationId="{A3B83649-453D-39E9-2710-4FA6C12827B0}"/>
          </ac:spMkLst>
        </pc:spChg>
      </pc:sldChg>
      <pc:sldChg chg="add">
        <pc:chgData name="영욱 김" userId="6ad1e3ca-699d-4e83-b590-3f083b3f3332" providerId="ADAL" clId="{184CB51C-8145-F44C-BA54-57C40CB0F2FB}" dt="2022-12-17T20:05:15.161" v="343"/>
        <pc:sldMkLst>
          <pc:docMk/>
          <pc:sldMk cId="0" sldId="260"/>
        </pc:sldMkLst>
      </pc:sldChg>
      <pc:sldChg chg="addSp modSp add mod">
        <pc:chgData name="영욱 김" userId="6ad1e3ca-699d-4e83-b590-3f083b3f3332" providerId="ADAL" clId="{184CB51C-8145-F44C-BA54-57C40CB0F2FB}" dt="2022-12-18T09:09:31.535" v="394" actId="404"/>
        <pc:sldMkLst>
          <pc:docMk/>
          <pc:sldMk cId="181802554" sldId="265"/>
        </pc:sldMkLst>
        <pc:spChg chg="add mod">
          <ac:chgData name="영욱 김" userId="6ad1e3ca-699d-4e83-b590-3f083b3f3332" providerId="ADAL" clId="{184CB51C-8145-F44C-BA54-57C40CB0F2FB}" dt="2022-12-18T09:09:31.535" v="394" actId="404"/>
          <ac:spMkLst>
            <pc:docMk/>
            <pc:sldMk cId="181802554" sldId="265"/>
            <ac:spMk id="2" creationId="{F6C5CFC4-0AD8-E45F-2573-EA6DEF6F767E}"/>
          </ac:spMkLst>
        </pc:spChg>
      </pc:sldChg>
      <pc:sldChg chg="add del">
        <pc:chgData name="영욱 김" userId="6ad1e3ca-699d-4e83-b590-3f083b3f3332" providerId="ADAL" clId="{184CB51C-8145-F44C-BA54-57C40CB0F2FB}" dt="2022-12-17T20:04:17.998" v="335" actId="2696"/>
        <pc:sldMkLst>
          <pc:docMk/>
          <pc:sldMk cId="3138653098" sldId="265"/>
        </pc:sldMkLst>
      </pc:sldChg>
      <pc:sldChg chg="add">
        <pc:chgData name="영욱 김" userId="6ad1e3ca-699d-4e83-b590-3f083b3f3332" providerId="ADAL" clId="{184CB51C-8145-F44C-BA54-57C40CB0F2FB}" dt="2022-12-17T20:05:15.161" v="343"/>
        <pc:sldMkLst>
          <pc:docMk/>
          <pc:sldMk cId="1701114538" sldId="316"/>
        </pc:sldMkLst>
      </pc:sldChg>
      <pc:sldChg chg="add del">
        <pc:chgData name="영욱 김" userId="6ad1e3ca-699d-4e83-b590-3f083b3f3332" providerId="ADAL" clId="{184CB51C-8145-F44C-BA54-57C40CB0F2FB}" dt="2022-12-17T20:05:28.089" v="344" actId="2696"/>
        <pc:sldMkLst>
          <pc:docMk/>
          <pc:sldMk cId="3192821226" sldId="318"/>
        </pc:sldMkLst>
      </pc:sldChg>
      <pc:sldChg chg="add">
        <pc:chgData name="영욱 김" userId="6ad1e3ca-699d-4e83-b590-3f083b3f3332" providerId="ADAL" clId="{184CB51C-8145-F44C-BA54-57C40CB0F2FB}" dt="2022-12-17T20:05:15.161" v="343"/>
        <pc:sldMkLst>
          <pc:docMk/>
          <pc:sldMk cId="3418154966" sldId="319"/>
        </pc:sldMkLst>
      </pc:sldChg>
      <pc:sldChg chg="add del">
        <pc:chgData name="영욱 김" userId="6ad1e3ca-699d-4e83-b590-3f083b3f3332" providerId="ADAL" clId="{184CB51C-8145-F44C-BA54-57C40CB0F2FB}" dt="2022-12-17T20:05:35.364" v="345" actId="2696"/>
        <pc:sldMkLst>
          <pc:docMk/>
          <pc:sldMk cId="777463023" sldId="320"/>
        </pc:sldMkLst>
      </pc:sldChg>
      <pc:sldChg chg="add del">
        <pc:chgData name="영욱 김" userId="6ad1e3ca-699d-4e83-b590-3f083b3f3332" providerId="ADAL" clId="{184CB51C-8145-F44C-BA54-57C40CB0F2FB}" dt="2022-12-17T20:05:35.364" v="345" actId="2696"/>
        <pc:sldMkLst>
          <pc:docMk/>
          <pc:sldMk cId="1704648404" sldId="321"/>
        </pc:sldMkLst>
      </pc:sldChg>
      <pc:sldChg chg="add del">
        <pc:chgData name="영욱 김" userId="6ad1e3ca-699d-4e83-b590-3f083b3f3332" providerId="ADAL" clId="{184CB51C-8145-F44C-BA54-57C40CB0F2FB}" dt="2022-12-17T20:05:35.364" v="345" actId="2696"/>
        <pc:sldMkLst>
          <pc:docMk/>
          <pc:sldMk cId="1293580184" sldId="322"/>
        </pc:sldMkLst>
      </pc:sldChg>
      <pc:sldChg chg="add del">
        <pc:chgData name="영욱 김" userId="6ad1e3ca-699d-4e83-b590-3f083b3f3332" providerId="ADAL" clId="{184CB51C-8145-F44C-BA54-57C40CB0F2FB}" dt="2022-12-17T20:04:01.543" v="334"/>
        <pc:sldMkLst>
          <pc:docMk/>
          <pc:sldMk cId="3352988690" sldId="323"/>
        </pc:sldMkLst>
      </pc:sldChg>
      <pc:sldChg chg="add del">
        <pc:chgData name="영욱 김" userId="6ad1e3ca-699d-4e83-b590-3f083b3f3332" providerId="ADAL" clId="{184CB51C-8145-F44C-BA54-57C40CB0F2FB}" dt="2022-12-17T20:04:01.543" v="334"/>
        <pc:sldMkLst>
          <pc:docMk/>
          <pc:sldMk cId="969017413" sldId="324"/>
        </pc:sldMkLst>
      </pc:sldChg>
      <pc:sldChg chg="addSp modSp add del mod">
        <pc:chgData name="영욱 김" userId="6ad1e3ca-699d-4e83-b590-3f083b3f3332" providerId="ADAL" clId="{184CB51C-8145-F44C-BA54-57C40CB0F2FB}" dt="2022-12-18T09:09:57.854" v="420" actId="20577"/>
        <pc:sldMkLst>
          <pc:docMk/>
          <pc:sldMk cId="2630784773" sldId="325"/>
        </pc:sldMkLst>
        <pc:spChg chg="add mod">
          <ac:chgData name="영욱 김" userId="6ad1e3ca-699d-4e83-b590-3f083b3f3332" providerId="ADAL" clId="{184CB51C-8145-F44C-BA54-57C40CB0F2FB}" dt="2022-12-18T09:09:57.854" v="420" actId="20577"/>
          <ac:spMkLst>
            <pc:docMk/>
            <pc:sldMk cId="2630784773" sldId="325"/>
            <ac:spMk id="2" creationId="{120766F8-9621-18A6-DE89-5A359B6EDB62}"/>
          </ac:spMkLst>
        </pc:spChg>
      </pc:sldChg>
      <pc:sldChg chg="add del">
        <pc:chgData name="영욱 김" userId="6ad1e3ca-699d-4e83-b590-3f083b3f3332" providerId="ADAL" clId="{184CB51C-8145-F44C-BA54-57C40CB0F2FB}" dt="2022-12-17T20:04:59.993" v="341"/>
        <pc:sldMkLst>
          <pc:docMk/>
          <pc:sldMk cId="2864923468" sldId="326"/>
        </pc:sldMkLst>
      </pc:sldChg>
      <pc:sldChg chg="add">
        <pc:chgData name="영욱 김" userId="6ad1e3ca-699d-4e83-b590-3f083b3f3332" providerId="ADAL" clId="{184CB51C-8145-F44C-BA54-57C40CB0F2FB}" dt="2022-12-17T20:05:15.161" v="343"/>
        <pc:sldMkLst>
          <pc:docMk/>
          <pc:sldMk cId="3093535218" sldId="327"/>
        </pc:sldMkLst>
      </pc:sldChg>
      <pc:sldChg chg="add">
        <pc:chgData name="영욱 김" userId="6ad1e3ca-699d-4e83-b590-3f083b3f3332" providerId="ADAL" clId="{184CB51C-8145-F44C-BA54-57C40CB0F2FB}" dt="2022-12-17T20:05:15.161" v="343"/>
        <pc:sldMkLst>
          <pc:docMk/>
          <pc:sldMk cId="3627269233" sldId="328"/>
        </pc:sldMkLst>
      </pc:sldChg>
      <pc:sldChg chg="add del">
        <pc:chgData name="영욱 김" userId="6ad1e3ca-699d-4e83-b590-3f083b3f3332" providerId="ADAL" clId="{184CB51C-8145-F44C-BA54-57C40CB0F2FB}" dt="2022-12-17T20:05:40.859" v="347" actId="2696"/>
        <pc:sldMkLst>
          <pc:docMk/>
          <pc:sldMk cId="919360720" sldId="329"/>
        </pc:sldMkLst>
      </pc:sldChg>
      <pc:sldChg chg="add del">
        <pc:chgData name="영욱 김" userId="6ad1e3ca-699d-4e83-b590-3f083b3f3332" providerId="ADAL" clId="{184CB51C-8145-F44C-BA54-57C40CB0F2FB}" dt="2022-12-17T20:05:44.887" v="348" actId="2696"/>
        <pc:sldMkLst>
          <pc:docMk/>
          <pc:sldMk cId="2525011687" sldId="330"/>
        </pc:sldMkLst>
      </pc:sldChg>
      <pc:sldChg chg="add del">
        <pc:chgData name="영욱 김" userId="6ad1e3ca-699d-4e83-b590-3f083b3f3332" providerId="ADAL" clId="{184CB51C-8145-F44C-BA54-57C40CB0F2FB}" dt="2022-12-17T20:05:44.887" v="348" actId="2696"/>
        <pc:sldMkLst>
          <pc:docMk/>
          <pc:sldMk cId="3712495994" sldId="331"/>
        </pc:sldMkLst>
      </pc:sldChg>
      <pc:sldChg chg="addSp modSp add mod">
        <pc:chgData name="영욱 김" userId="6ad1e3ca-699d-4e83-b590-3f083b3f3332" providerId="ADAL" clId="{184CB51C-8145-F44C-BA54-57C40CB0F2FB}" dt="2022-12-18T09:11:24.206" v="427" actId="14100"/>
        <pc:sldMkLst>
          <pc:docMk/>
          <pc:sldMk cId="1827494777" sldId="332"/>
        </pc:sldMkLst>
        <pc:spChg chg="add mod">
          <ac:chgData name="영욱 김" userId="6ad1e3ca-699d-4e83-b590-3f083b3f3332" providerId="ADAL" clId="{184CB51C-8145-F44C-BA54-57C40CB0F2FB}" dt="2022-12-18T09:11:24.206" v="427" actId="14100"/>
          <ac:spMkLst>
            <pc:docMk/>
            <pc:sldMk cId="1827494777" sldId="332"/>
            <ac:spMk id="3" creationId="{FDD8B9FE-77DD-9906-5CBA-C204C048AF80}"/>
          </ac:spMkLst>
        </pc:spChg>
      </pc:sldChg>
      <pc:sldChg chg="add del">
        <pc:chgData name="영욱 김" userId="6ad1e3ca-699d-4e83-b590-3f083b3f3332" providerId="ADAL" clId="{184CB51C-8145-F44C-BA54-57C40CB0F2FB}" dt="2022-12-17T20:04:01.543" v="334"/>
        <pc:sldMkLst>
          <pc:docMk/>
          <pc:sldMk cId="2653101159" sldId="333"/>
        </pc:sldMkLst>
      </pc:sldChg>
      <pc:sldChg chg="add del">
        <pc:chgData name="영욱 김" userId="6ad1e3ca-699d-4e83-b590-3f083b3f3332" providerId="ADAL" clId="{184CB51C-8145-F44C-BA54-57C40CB0F2FB}" dt="2022-12-17T20:04:01.543" v="334"/>
        <pc:sldMkLst>
          <pc:docMk/>
          <pc:sldMk cId="1856006657" sldId="334"/>
        </pc:sldMkLst>
      </pc:sldChg>
      <pc:sldChg chg="add del">
        <pc:chgData name="영욱 김" userId="6ad1e3ca-699d-4e83-b590-3f083b3f3332" providerId="ADAL" clId="{184CB51C-8145-F44C-BA54-57C40CB0F2FB}" dt="2022-12-17T20:04:17.998" v="335" actId="2696"/>
        <pc:sldMkLst>
          <pc:docMk/>
          <pc:sldMk cId="1674644317" sldId="335"/>
        </pc:sldMkLst>
      </pc:sldChg>
      <pc:sldChg chg="add">
        <pc:chgData name="영욱 김" userId="6ad1e3ca-699d-4e83-b590-3f083b3f3332" providerId="ADAL" clId="{184CB51C-8145-F44C-BA54-57C40CB0F2FB}" dt="2022-12-17T20:04:20.482" v="336"/>
        <pc:sldMkLst>
          <pc:docMk/>
          <pc:sldMk cId="3671900405" sldId="335"/>
        </pc:sldMkLst>
      </pc:sldChg>
      <pc:sldChg chg="addSp delSp modSp add del mod">
        <pc:chgData name="영욱 김" userId="6ad1e3ca-699d-4e83-b590-3f083b3f3332" providerId="ADAL" clId="{184CB51C-8145-F44C-BA54-57C40CB0F2FB}" dt="2022-12-18T09:08:47.586" v="353" actId="1076"/>
        <pc:sldMkLst>
          <pc:docMk/>
          <pc:sldMk cId="986868390" sldId="336"/>
        </pc:sldMkLst>
        <pc:spChg chg="add mod">
          <ac:chgData name="영욱 김" userId="6ad1e3ca-699d-4e83-b590-3f083b3f3332" providerId="ADAL" clId="{184CB51C-8145-F44C-BA54-57C40CB0F2FB}" dt="2022-12-18T09:08:47.586" v="353" actId="1076"/>
          <ac:spMkLst>
            <pc:docMk/>
            <pc:sldMk cId="986868390" sldId="336"/>
            <ac:spMk id="3" creationId="{8212AA4B-5041-3E6D-206D-6FAE16384DED}"/>
          </ac:spMkLst>
        </pc:spChg>
        <pc:picChg chg="add">
          <ac:chgData name="영욱 김" userId="6ad1e3ca-699d-4e83-b590-3f083b3f3332" providerId="ADAL" clId="{184CB51C-8145-F44C-BA54-57C40CB0F2FB}" dt="2022-12-18T09:08:37.996" v="351"/>
          <ac:picMkLst>
            <pc:docMk/>
            <pc:sldMk cId="986868390" sldId="336"/>
            <ac:picMk id="1026" creationId="{07F91E65-F75A-1CD9-CFE1-A8F3BB376489}"/>
          </ac:picMkLst>
        </pc:picChg>
        <pc:picChg chg="del">
          <ac:chgData name="영욱 김" userId="6ad1e3ca-699d-4e83-b590-3f083b3f3332" providerId="ADAL" clId="{184CB51C-8145-F44C-BA54-57C40CB0F2FB}" dt="2022-12-18T09:08:36.427" v="350" actId="478"/>
          <ac:picMkLst>
            <pc:docMk/>
            <pc:sldMk cId="986868390" sldId="336"/>
            <ac:picMk id="12294" creationId="{C13B408A-375A-FA47-B3C7-6023D2EDC457}"/>
          </ac:picMkLst>
        </pc:picChg>
      </pc:sldChg>
      <pc:sldChg chg="add del">
        <pc:chgData name="영욱 김" userId="6ad1e3ca-699d-4e83-b590-3f083b3f3332" providerId="ADAL" clId="{184CB51C-8145-F44C-BA54-57C40CB0F2FB}" dt="2022-12-17T20:05:50.158" v="349" actId="2696"/>
        <pc:sldMkLst>
          <pc:docMk/>
          <pc:sldMk cId="2837442863" sldId="344"/>
        </pc:sldMkLst>
      </pc:sldChg>
      <pc:sldChg chg="add">
        <pc:chgData name="영욱 김" userId="6ad1e3ca-699d-4e83-b590-3f083b3f3332" providerId="ADAL" clId="{184CB51C-8145-F44C-BA54-57C40CB0F2FB}" dt="2022-12-17T20:05:15.161" v="343"/>
        <pc:sldMkLst>
          <pc:docMk/>
          <pc:sldMk cId="713499545" sldId="365"/>
        </pc:sldMkLst>
      </pc:sldChg>
      <pc:sldChg chg="add">
        <pc:chgData name="영욱 김" userId="6ad1e3ca-699d-4e83-b590-3f083b3f3332" providerId="ADAL" clId="{184CB51C-8145-F44C-BA54-57C40CB0F2FB}" dt="2022-12-17T20:05:15.161" v="343"/>
        <pc:sldMkLst>
          <pc:docMk/>
          <pc:sldMk cId="2893591439" sldId="366"/>
        </pc:sldMkLst>
      </pc:sldChg>
      <pc:sldChg chg="add">
        <pc:chgData name="영욱 김" userId="6ad1e3ca-699d-4e83-b590-3f083b3f3332" providerId="ADAL" clId="{184CB51C-8145-F44C-BA54-57C40CB0F2FB}" dt="2022-12-17T20:05:15.161" v="343"/>
        <pc:sldMkLst>
          <pc:docMk/>
          <pc:sldMk cId="2545809012" sldId="367"/>
        </pc:sldMkLst>
      </pc:sldChg>
      <pc:sldChg chg="add del">
        <pc:chgData name="영욱 김" userId="6ad1e3ca-699d-4e83-b590-3f083b3f3332" providerId="ADAL" clId="{184CB51C-8145-F44C-BA54-57C40CB0F2FB}" dt="2022-12-17T20:05:50.158" v="349" actId="2696"/>
        <pc:sldMkLst>
          <pc:docMk/>
          <pc:sldMk cId="3426851804" sldId="368"/>
        </pc:sldMkLst>
      </pc:sldChg>
      <pc:sldChg chg="add">
        <pc:chgData name="영욱 김" userId="6ad1e3ca-699d-4e83-b590-3f083b3f3332" providerId="ADAL" clId="{184CB51C-8145-F44C-BA54-57C40CB0F2FB}" dt="2022-12-17T20:05:15.161" v="343"/>
        <pc:sldMkLst>
          <pc:docMk/>
          <pc:sldMk cId="933542387" sldId="369"/>
        </pc:sldMkLst>
      </pc:sldChg>
      <pc:sldChg chg="del">
        <pc:chgData name="영욱 김" userId="6ad1e3ca-699d-4e83-b590-3f083b3f3332" providerId="ADAL" clId="{184CB51C-8145-F44C-BA54-57C40CB0F2FB}" dt="2022-12-17T18:58:41.767" v="237" actId="2696"/>
        <pc:sldMkLst>
          <pc:docMk/>
          <pc:sldMk cId="2961506866" sldId="1729"/>
        </pc:sldMkLst>
      </pc:sldChg>
      <pc:sldChg chg="del">
        <pc:chgData name="영욱 김" userId="6ad1e3ca-699d-4e83-b590-3f083b3f3332" providerId="ADAL" clId="{184CB51C-8145-F44C-BA54-57C40CB0F2FB}" dt="2022-12-17T18:58:41.767" v="237" actId="2696"/>
        <pc:sldMkLst>
          <pc:docMk/>
          <pc:sldMk cId="1815193936" sldId="1792"/>
        </pc:sldMkLst>
      </pc:sldChg>
      <pc:sldChg chg="del">
        <pc:chgData name="영욱 김" userId="6ad1e3ca-699d-4e83-b590-3f083b3f3332" providerId="ADAL" clId="{184CB51C-8145-F44C-BA54-57C40CB0F2FB}" dt="2022-12-17T18:57:33.991" v="114" actId="2696"/>
        <pc:sldMkLst>
          <pc:docMk/>
          <pc:sldMk cId="820348594" sldId="1836"/>
        </pc:sldMkLst>
      </pc:sldChg>
      <pc:sldChg chg="del">
        <pc:chgData name="영욱 김" userId="6ad1e3ca-699d-4e83-b590-3f083b3f3332" providerId="ADAL" clId="{184CB51C-8145-F44C-BA54-57C40CB0F2FB}" dt="2022-12-17T18:57:33.991" v="114" actId="2696"/>
        <pc:sldMkLst>
          <pc:docMk/>
          <pc:sldMk cId="1079604497" sldId="1838"/>
        </pc:sldMkLst>
      </pc:sldChg>
      <pc:sldChg chg="del">
        <pc:chgData name="영욱 김" userId="6ad1e3ca-699d-4e83-b590-3f083b3f3332" providerId="ADAL" clId="{184CB51C-8145-F44C-BA54-57C40CB0F2FB}" dt="2022-12-17T18:57:33.991" v="114" actId="2696"/>
        <pc:sldMkLst>
          <pc:docMk/>
          <pc:sldMk cId="1759241916" sldId="1839"/>
        </pc:sldMkLst>
      </pc:sldChg>
      <pc:sldChg chg="del">
        <pc:chgData name="영욱 김" userId="6ad1e3ca-699d-4e83-b590-3f083b3f3332" providerId="ADAL" clId="{184CB51C-8145-F44C-BA54-57C40CB0F2FB}" dt="2022-12-17T18:57:33.991" v="114" actId="2696"/>
        <pc:sldMkLst>
          <pc:docMk/>
          <pc:sldMk cId="297414917" sldId="1841"/>
        </pc:sldMkLst>
      </pc:sldChg>
      <pc:sldChg chg="del">
        <pc:chgData name="영욱 김" userId="6ad1e3ca-699d-4e83-b590-3f083b3f3332" providerId="ADAL" clId="{184CB51C-8145-F44C-BA54-57C40CB0F2FB}" dt="2022-12-17T18:57:33.991" v="114" actId="2696"/>
        <pc:sldMkLst>
          <pc:docMk/>
          <pc:sldMk cId="403033354" sldId="1842"/>
        </pc:sldMkLst>
      </pc:sldChg>
      <pc:sldChg chg="del">
        <pc:chgData name="영욱 김" userId="6ad1e3ca-699d-4e83-b590-3f083b3f3332" providerId="ADAL" clId="{184CB51C-8145-F44C-BA54-57C40CB0F2FB}" dt="2022-12-17T18:57:33.991" v="114" actId="2696"/>
        <pc:sldMkLst>
          <pc:docMk/>
          <pc:sldMk cId="2336872636" sldId="1843"/>
        </pc:sldMkLst>
      </pc:sldChg>
      <pc:sldChg chg="del">
        <pc:chgData name="영욱 김" userId="6ad1e3ca-699d-4e83-b590-3f083b3f3332" providerId="ADAL" clId="{184CB51C-8145-F44C-BA54-57C40CB0F2FB}" dt="2022-12-17T18:57:33.991" v="114" actId="2696"/>
        <pc:sldMkLst>
          <pc:docMk/>
          <pc:sldMk cId="1754283370" sldId="1845"/>
        </pc:sldMkLst>
      </pc:sldChg>
      <pc:sldChg chg="del">
        <pc:chgData name="영욱 김" userId="6ad1e3ca-699d-4e83-b590-3f083b3f3332" providerId="ADAL" clId="{184CB51C-8145-F44C-BA54-57C40CB0F2FB}" dt="2022-12-17T18:58:41.767" v="237" actId="2696"/>
        <pc:sldMkLst>
          <pc:docMk/>
          <pc:sldMk cId="2122729726" sldId="1849"/>
        </pc:sldMkLst>
      </pc:sldChg>
      <pc:sldChg chg="del">
        <pc:chgData name="영욱 김" userId="6ad1e3ca-699d-4e83-b590-3f083b3f3332" providerId="ADAL" clId="{184CB51C-8145-F44C-BA54-57C40CB0F2FB}" dt="2022-12-17T18:58:41.767" v="237" actId="2696"/>
        <pc:sldMkLst>
          <pc:docMk/>
          <pc:sldMk cId="3218816591" sldId="1850"/>
        </pc:sldMkLst>
      </pc:sldChg>
      <pc:sldChg chg="del">
        <pc:chgData name="영욱 김" userId="6ad1e3ca-699d-4e83-b590-3f083b3f3332" providerId="ADAL" clId="{184CB51C-8145-F44C-BA54-57C40CB0F2FB}" dt="2022-12-17T18:58:41.767" v="237" actId="2696"/>
        <pc:sldMkLst>
          <pc:docMk/>
          <pc:sldMk cId="1338397849" sldId="1851"/>
        </pc:sldMkLst>
      </pc:sldChg>
      <pc:sldChg chg="del">
        <pc:chgData name="영욱 김" userId="6ad1e3ca-699d-4e83-b590-3f083b3f3332" providerId="ADAL" clId="{184CB51C-8145-F44C-BA54-57C40CB0F2FB}" dt="2022-12-17T18:58:41.767" v="237" actId="2696"/>
        <pc:sldMkLst>
          <pc:docMk/>
          <pc:sldMk cId="2353661047" sldId="1852"/>
        </pc:sldMkLst>
      </pc:sldChg>
      <pc:sldChg chg="del">
        <pc:chgData name="영욱 김" userId="6ad1e3ca-699d-4e83-b590-3f083b3f3332" providerId="ADAL" clId="{184CB51C-8145-F44C-BA54-57C40CB0F2FB}" dt="2022-12-17T18:59:12.437" v="331" actId="2696"/>
        <pc:sldMkLst>
          <pc:docMk/>
          <pc:sldMk cId="799082167" sldId="1859"/>
        </pc:sldMkLst>
      </pc:sldChg>
      <pc:sldChg chg="del">
        <pc:chgData name="영욱 김" userId="6ad1e3ca-699d-4e83-b590-3f083b3f3332" providerId="ADAL" clId="{184CB51C-8145-F44C-BA54-57C40CB0F2FB}" dt="2022-12-17T18:59:12.437" v="331" actId="2696"/>
        <pc:sldMkLst>
          <pc:docMk/>
          <pc:sldMk cId="3965951338" sldId="1860"/>
        </pc:sldMkLst>
      </pc:sldChg>
      <pc:sldChg chg="del">
        <pc:chgData name="영욱 김" userId="6ad1e3ca-699d-4e83-b590-3f083b3f3332" providerId="ADAL" clId="{184CB51C-8145-F44C-BA54-57C40CB0F2FB}" dt="2022-12-17T18:59:12.437" v="331" actId="2696"/>
        <pc:sldMkLst>
          <pc:docMk/>
          <pc:sldMk cId="1181008272" sldId="1861"/>
        </pc:sldMkLst>
      </pc:sldChg>
      <pc:sldChg chg="del">
        <pc:chgData name="영욱 김" userId="6ad1e3ca-699d-4e83-b590-3f083b3f3332" providerId="ADAL" clId="{184CB51C-8145-F44C-BA54-57C40CB0F2FB}" dt="2022-12-17T18:59:12.437" v="331" actId="2696"/>
        <pc:sldMkLst>
          <pc:docMk/>
          <pc:sldMk cId="4038264591" sldId="1862"/>
        </pc:sldMkLst>
      </pc:sldChg>
      <pc:sldChg chg="del">
        <pc:chgData name="영욱 김" userId="6ad1e3ca-699d-4e83-b590-3f083b3f3332" providerId="ADAL" clId="{184CB51C-8145-F44C-BA54-57C40CB0F2FB}" dt="2022-12-17T18:59:12.437" v="331" actId="2696"/>
        <pc:sldMkLst>
          <pc:docMk/>
          <pc:sldMk cId="1355641884" sldId="1863"/>
        </pc:sldMkLst>
      </pc:sldChg>
      <pc:sldChg chg="del">
        <pc:chgData name="영욱 김" userId="6ad1e3ca-699d-4e83-b590-3f083b3f3332" providerId="ADAL" clId="{184CB51C-8145-F44C-BA54-57C40CB0F2FB}" dt="2022-12-17T18:57:08.570" v="59" actId="2696"/>
        <pc:sldMkLst>
          <pc:docMk/>
          <pc:sldMk cId="1360663179" sldId="1866"/>
        </pc:sldMkLst>
      </pc:sldChg>
      <pc:sldChg chg="del">
        <pc:chgData name="영욱 김" userId="6ad1e3ca-699d-4e83-b590-3f083b3f3332" providerId="ADAL" clId="{184CB51C-8145-F44C-BA54-57C40CB0F2FB}" dt="2022-12-17T18:57:08.570" v="59" actId="2696"/>
        <pc:sldMkLst>
          <pc:docMk/>
          <pc:sldMk cId="880436157" sldId="1933"/>
        </pc:sldMkLst>
      </pc:sldChg>
      <pc:sldChg chg="del">
        <pc:chgData name="영욱 김" userId="6ad1e3ca-699d-4e83-b590-3f083b3f3332" providerId="ADAL" clId="{184CB51C-8145-F44C-BA54-57C40CB0F2FB}" dt="2022-12-17T18:57:08.570" v="59" actId="2696"/>
        <pc:sldMkLst>
          <pc:docMk/>
          <pc:sldMk cId="1375726647" sldId="1937"/>
        </pc:sldMkLst>
      </pc:sldChg>
      <pc:sldChg chg="del">
        <pc:chgData name="영욱 김" userId="6ad1e3ca-699d-4e83-b590-3f083b3f3332" providerId="ADAL" clId="{184CB51C-8145-F44C-BA54-57C40CB0F2FB}" dt="2022-12-17T18:57:33.991" v="114" actId="2696"/>
        <pc:sldMkLst>
          <pc:docMk/>
          <pc:sldMk cId="3463333485" sldId="1938"/>
        </pc:sldMkLst>
      </pc:sldChg>
      <pc:sldChg chg="del">
        <pc:chgData name="영욱 김" userId="6ad1e3ca-699d-4e83-b590-3f083b3f3332" providerId="ADAL" clId="{184CB51C-8145-F44C-BA54-57C40CB0F2FB}" dt="2022-12-17T18:57:08.570" v="59" actId="2696"/>
        <pc:sldMkLst>
          <pc:docMk/>
          <pc:sldMk cId="3804126347" sldId="1939"/>
        </pc:sldMkLst>
      </pc:sldChg>
      <pc:sldChg chg="del">
        <pc:chgData name="영욱 김" userId="6ad1e3ca-699d-4e83-b590-3f083b3f3332" providerId="ADAL" clId="{184CB51C-8145-F44C-BA54-57C40CB0F2FB}" dt="2022-12-17T18:58:41.767" v="237" actId="2696"/>
        <pc:sldMkLst>
          <pc:docMk/>
          <pc:sldMk cId="1642576649" sldId="1940"/>
        </pc:sldMkLst>
      </pc:sldChg>
      <pc:sldChg chg="del">
        <pc:chgData name="영욱 김" userId="6ad1e3ca-699d-4e83-b590-3f083b3f3332" providerId="ADAL" clId="{184CB51C-8145-F44C-BA54-57C40CB0F2FB}" dt="2022-12-17T18:59:12.437" v="331" actId="2696"/>
        <pc:sldMkLst>
          <pc:docMk/>
          <pc:sldMk cId="2610542351" sldId="1942"/>
        </pc:sldMkLst>
      </pc:sldChg>
      <pc:sldChg chg="del">
        <pc:chgData name="영욱 김" userId="6ad1e3ca-699d-4e83-b590-3f083b3f3332" providerId="ADAL" clId="{184CB51C-8145-F44C-BA54-57C40CB0F2FB}" dt="2022-12-17T18:57:08.570" v="59" actId="2696"/>
        <pc:sldMkLst>
          <pc:docMk/>
          <pc:sldMk cId="1331153831" sldId="1949"/>
        </pc:sldMkLst>
      </pc:sldChg>
      <pc:sldChg chg="del">
        <pc:chgData name="영욱 김" userId="6ad1e3ca-699d-4e83-b590-3f083b3f3332" providerId="ADAL" clId="{184CB51C-8145-F44C-BA54-57C40CB0F2FB}" dt="2022-12-17T18:57:08.570" v="59" actId="2696"/>
        <pc:sldMkLst>
          <pc:docMk/>
          <pc:sldMk cId="3133054815" sldId="1979"/>
        </pc:sldMkLst>
      </pc:sldChg>
      <pc:sldChg chg="del">
        <pc:chgData name="영욱 김" userId="6ad1e3ca-699d-4e83-b590-3f083b3f3332" providerId="ADAL" clId="{184CB51C-8145-F44C-BA54-57C40CB0F2FB}" dt="2022-12-17T18:57:08.570" v="59" actId="2696"/>
        <pc:sldMkLst>
          <pc:docMk/>
          <pc:sldMk cId="1719335555" sldId="1980"/>
        </pc:sldMkLst>
      </pc:sldChg>
      <pc:sldChg chg="del">
        <pc:chgData name="영욱 김" userId="6ad1e3ca-699d-4e83-b590-3f083b3f3332" providerId="ADAL" clId="{184CB51C-8145-F44C-BA54-57C40CB0F2FB}" dt="2022-12-17T18:57:08.570" v="59" actId="2696"/>
        <pc:sldMkLst>
          <pc:docMk/>
          <pc:sldMk cId="3725116651" sldId="1981"/>
        </pc:sldMkLst>
      </pc:sldChg>
      <pc:sldChg chg="del">
        <pc:chgData name="영욱 김" userId="6ad1e3ca-699d-4e83-b590-3f083b3f3332" providerId="ADAL" clId="{184CB51C-8145-F44C-BA54-57C40CB0F2FB}" dt="2022-12-17T18:57:08.570" v="59" actId="2696"/>
        <pc:sldMkLst>
          <pc:docMk/>
          <pc:sldMk cId="1643169710" sldId="2001"/>
        </pc:sldMkLst>
      </pc:sldChg>
      <pc:sldChg chg="del">
        <pc:chgData name="영욱 김" userId="6ad1e3ca-699d-4e83-b590-3f083b3f3332" providerId="ADAL" clId="{184CB51C-8145-F44C-BA54-57C40CB0F2FB}" dt="2022-12-17T18:57:08.570" v="59" actId="2696"/>
        <pc:sldMkLst>
          <pc:docMk/>
          <pc:sldMk cId="2800111450" sldId="2003"/>
        </pc:sldMkLst>
      </pc:sldChg>
      <pc:sldChg chg="del">
        <pc:chgData name="영욱 김" userId="6ad1e3ca-699d-4e83-b590-3f083b3f3332" providerId="ADAL" clId="{184CB51C-8145-F44C-BA54-57C40CB0F2FB}" dt="2022-12-17T18:57:08.570" v="59" actId="2696"/>
        <pc:sldMkLst>
          <pc:docMk/>
          <pc:sldMk cId="2887358141" sldId="2239"/>
        </pc:sldMkLst>
      </pc:sldChg>
      <pc:sldChg chg="del">
        <pc:chgData name="영욱 김" userId="6ad1e3ca-699d-4e83-b590-3f083b3f3332" providerId="ADAL" clId="{184CB51C-8145-F44C-BA54-57C40CB0F2FB}" dt="2022-12-17T18:57:08.570" v="59" actId="2696"/>
        <pc:sldMkLst>
          <pc:docMk/>
          <pc:sldMk cId="1320164363" sldId="2244"/>
        </pc:sldMkLst>
      </pc:sldChg>
      <pc:sldChg chg="del">
        <pc:chgData name="영욱 김" userId="6ad1e3ca-699d-4e83-b590-3f083b3f3332" providerId="ADAL" clId="{184CB51C-8145-F44C-BA54-57C40CB0F2FB}" dt="2022-12-17T18:57:08.570" v="59" actId="2696"/>
        <pc:sldMkLst>
          <pc:docMk/>
          <pc:sldMk cId="1792972221" sldId="2248"/>
        </pc:sldMkLst>
      </pc:sldChg>
      <pc:sldChg chg="del">
        <pc:chgData name="영욱 김" userId="6ad1e3ca-699d-4e83-b590-3f083b3f3332" providerId="ADAL" clId="{184CB51C-8145-F44C-BA54-57C40CB0F2FB}" dt="2022-12-17T18:57:08.570" v="59" actId="2696"/>
        <pc:sldMkLst>
          <pc:docMk/>
          <pc:sldMk cId="1271252385" sldId="2249"/>
        </pc:sldMkLst>
      </pc:sldChg>
      <pc:sldChg chg="addSp modSp add del">
        <pc:chgData name="영욱 김" userId="6ad1e3ca-699d-4e83-b590-3f083b3f3332" providerId="ADAL" clId="{184CB51C-8145-F44C-BA54-57C40CB0F2FB}" dt="2022-12-18T09:09:41.017" v="395"/>
        <pc:sldMkLst>
          <pc:docMk/>
          <pc:sldMk cId="2219828226" sldId="2948"/>
        </pc:sldMkLst>
        <pc:spChg chg="add mod">
          <ac:chgData name="영욱 김" userId="6ad1e3ca-699d-4e83-b590-3f083b3f3332" providerId="ADAL" clId="{184CB51C-8145-F44C-BA54-57C40CB0F2FB}" dt="2022-12-18T09:09:41.017" v="395"/>
          <ac:spMkLst>
            <pc:docMk/>
            <pc:sldMk cId="2219828226" sldId="2948"/>
            <ac:spMk id="8" creationId="{3F825C4D-FBA5-1C3A-E0E2-465F52598B6D}"/>
          </ac:spMkLst>
        </pc:spChg>
      </pc:sldChg>
      <pc:sldChg chg="add del">
        <pc:chgData name="영욱 김" userId="6ad1e3ca-699d-4e83-b590-3f083b3f3332" providerId="ADAL" clId="{184CB51C-8145-F44C-BA54-57C40CB0F2FB}" dt="2022-12-17T20:04:17.998" v="335" actId="2696"/>
        <pc:sldMkLst>
          <pc:docMk/>
          <pc:sldMk cId="2684915606" sldId="2965"/>
        </pc:sldMkLst>
      </pc:sldChg>
      <pc:sldChg chg="add">
        <pc:chgData name="영욱 김" userId="6ad1e3ca-699d-4e83-b590-3f083b3f3332" providerId="ADAL" clId="{184CB51C-8145-F44C-BA54-57C40CB0F2FB}" dt="2022-12-17T20:04:20.482" v="336"/>
        <pc:sldMkLst>
          <pc:docMk/>
          <pc:sldMk cId="3191445324" sldId="2965"/>
        </pc:sldMkLst>
      </pc:sldChg>
      <pc:sldChg chg="addSp modSp add del">
        <pc:chgData name="영욱 김" userId="6ad1e3ca-699d-4e83-b590-3f083b3f3332" providerId="ADAL" clId="{184CB51C-8145-F44C-BA54-57C40CB0F2FB}" dt="2022-12-18T09:09:43.539" v="396"/>
        <pc:sldMkLst>
          <pc:docMk/>
          <pc:sldMk cId="2680821899" sldId="2966"/>
        </pc:sldMkLst>
        <pc:spChg chg="add mod">
          <ac:chgData name="영욱 김" userId="6ad1e3ca-699d-4e83-b590-3f083b3f3332" providerId="ADAL" clId="{184CB51C-8145-F44C-BA54-57C40CB0F2FB}" dt="2022-12-18T09:09:43.539" v="396"/>
          <ac:spMkLst>
            <pc:docMk/>
            <pc:sldMk cId="2680821899" sldId="2966"/>
            <ac:spMk id="2" creationId="{2FA536DA-B864-36C3-3916-FFBFA0DA34C5}"/>
          </ac:spMkLst>
        </pc:spChg>
      </pc:sldChg>
      <pc:sldChg chg="add del">
        <pc:chgData name="영욱 김" userId="6ad1e3ca-699d-4e83-b590-3f083b3f3332" providerId="ADAL" clId="{184CB51C-8145-F44C-BA54-57C40CB0F2FB}" dt="2022-12-17T20:05:35.364" v="345" actId="2696"/>
        <pc:sldMkLst>
          <pc:docMk/>
          <pc:sldMk cId="1484486419" sldId="11961"/>
        </pc:sldMkLst>
      </pc:sldChg>
      <pc:sldChg chg="add del">
        <pc:chgData name="영욱 김" userId="6ad1e3ca-699d-4e83-b590-3f083b3f3332" providerId="ADAL" clId="{184CB51C-8145-F44C-BA54-57C40CB0F2FB}" dt="2022-12-17T20:05:35.364" v="345" actId="2696"/>
        <pc:sldMkLst>
          <pc:docMk/>
          <pc:sldMk cId="2614151148" sldId="11962"/>
        </pc:sldMkLst>
      </pc:sldChg>
      <pc:sldChg chg="add del">
        <pc:chgData name="영욱 김" userId="6ad1e3ca-699d-4e83-b590-3f083b3f3332" providerId="ADAL" clId="{184CB51C-8145-F44C-BA54-57C40CB0F2FB}" dt="2022-12-17T20:05:38.563" v="346" actId="2696"/>
        <pc:sldMkLst>
          <pc:docMk/>
          <pc:sldMk cId="3795538769" sldId="11963"/>
        </pc:sldMkLst>
      </pc:sldChg>
      <pc:sldChg chg="addSp delSp modSp add mod">
        <pc:chgData name="영욱 김" userId="6ad1e3ca-699d-4e83-b590-3f083b3f3332" providerId="ADAL" clId="{184CB51C-8145-F44C-BA54-57C40CB0F2FB}" dt="2022-12-18T09:10:46.889" v="424" actId="1076"/>
        <pc:sldMkLst>
          <pc:docMk/>
          <pc:sldMk cId="1373805031" sldId="11964"/>
        </pc:sldMkLst>
        <pc:spChg chg="add del mod">
          <ac:chgData name="영욱 김" userId="6ad1e3ca-699d-4e83-b590-3f083b3f3332" providerId="ADAL" clId="{184CB51C-8145-F44C-BA54-57C40CB0F2FB}" dt="2022-12-18T09:10:42.676" v="422" actId="478"/>
          <ac:spMkLst>
            <pc:docMk/>
            <pc:sldMk cId="1373805031" sldId="11964"/>
            <ac:spMk id="4" creationId="{842C7B24-920B-C429-BF8E-5ED457D80644}"/>
          </ac:spMkLst>
        </pc:spChg>
        <pc:spChg chg="add mod">
          <ac:chgData name="영욱 김" userId="6ad1e3ca-699d-4e83-b590-3f083b3f3332" providerId="ADAL" clId="{184CB51C-8145-F44C-BA54-57C40CB0F2FB}" dt="2022-12-18T09:10:46.889" v="424" actId="1076"/>
          <ac:spMkLst>
            <pc:docMk/>
            <pc:sldMk cId="1373805031" sldId="11964"/>
            <ac:spMk id="6" creationId="{08877BC4-897B-8A8A-AB3F-186061B9DC75}"/>
          </ac:spMkLst>
        </pc:spChg>
      </pc:sldChg>
      <pc:sldChg chg="addSp modSp add mod">
        <pc:chgData name="영욱 김" userId="6ad1e3ca-699d-4e83-b590-3f083b3f3332" providerId="ADAL" clId="{184CB51C-8145-F44C-BA54-57C40CB0F2FB}" dt="2022-12-18T09:11:54.637" v="432" actId="1076"/>
        <pc:sldMkLst>
          <pc:docMk/>
          <pc:sldMk cId="3564528145" sldId="11965"/>
        </pc:sldMkLst>
        <pc:spChg chg="add mod">
          <ac:chgData name="영욱 김" userId="6ad1e3ca-699d-4e83-b590-3f083b3f3332" providerId="ADAL" clId="{184CB51C-8145-F44C-BA54-57C40CB0F2FB}" dt="2022-12-18T09:11:54.637" v="432" actId="1076"/>
          <ac:spMkLst>
            <pc:docMk/>
            <pc:sldMk cId="3564528145" sldId="11965"/>
            <ac:spMk id="3" creationId="{7385DFB3-846B-7F2A-4665-986300061645}"/>
          </ac:spMkLst>
        </pc:spChg>
        <pc:picChg chg="mod">
          <ac:chgData name="영욱 김" userId="6ad1e3ca-699d-4e83-b590-3f083b3f3332" providerId="ADAL" clId="{184CB51C-8145-F44C-BA54-57C40CB0F2FB}" dt="2022-12-18T09:11:51.274" v="431" actId="1076"/>
          <ac:picMkLst>
            <pc:docMk/>
            <pc:sldMk cId="3564528145" sldId="11965"/>
            <ac:picMk id="5122" creationId="{19518B42-B71F-0C44-81A6-819BABC25479}"/>
          </ac:picMkLst>
        </pc:picChg>
      </pc:sldChg>
      <pc:sldChg chg="add">
        <pc:chgData name="영욱 김" userId="6ad1e3ca-699d-4e83-b590-3f083b3f3332" providerId="ADAL" clId="{184CB51C-8145-F44C-BA54-57C40CB0F2FB}" dt="2022-12-17T20:05:15.161" v="343"/>
        <pc:sldMkLst>
          <pc:docMk/>
          <pc:sldMk cId="1648257692" sldId="11966"/>
        </pc:sldMkLst>
      </pc:sldChg>
      <pc:sldChg chg="addSp modSp add mod">
        <pc:chgData name="영욱 김" userId="6ad1e3ca-699d-4e83-b590-3f083b3f3332" providerId="ADAL" clId="{184CB51C-8145-F44C-BA54-57C40CB0F2FB}" dt="2022-12-18T09:12:52.747" v="437" actId="1076"/>
        <pc:sldMkLst>
          <pc:docMk/>
          <pc:sldMk cId="736202905" sldId="11967"/>
        </pc:sldMkLst>
        <pc:spChg chg="add mod">
          <ac:chgData name="영욱 김" userId="6ad1e3ca-699d-4e83-b590-3f083b3f3332" providerId="ADAL" clId="{184CB51C-8145-F44C-BA54-57C40CB0F2FB}" dt="2022-12-18T09:12:52.747" v="437" actId="1076"/>
          <ac:spMkLst>
            <pc:docMk/>
            <pc:sldMk cId="736202905" sldId="11967"/>
            <ac:spMk id="3" creationId="{5C24D1C9-2C3F-0836-5C85-DC0AFF433AB3}"/>
          </ac:spMkLst>
        </pc:spChg>
        <pc:picChg chg="mod">
          <ac:chgData name="영욱 김" userId="6ad1e3ca-699d-4e83-b590-3f083b3f3332" providerId="ADAL" clId="{184CB51C-8145-F44C-BA54-57C40CB0F2FB}" dt="2022-12-18T09:12:48.429" v="435" actId="1076"/>
          <ac:picMkLst>
            <pc:docMk/>
            <pc:sldMk cId="736202905" sldId="11967"/>
            <ac:picMk id="7170" creationId="{AF2F17EE-0BFA-554C-A172-392225FBD553}"/>
          </ac:picMkLst>
        </pc:picChg>
      </pc:sldChg>
      <pc:sldChg chg="add del">
        <pc:chgData name="영욱 김" userId="6ad1e3ca-699d-4e83-b590-3f083b3f3332" providerId="ADAL" clId="{184CB51C-8145-F44C-BA54-57C40CB0F2FB}" dt="2022-12-17T20:05:50.158" v="349" actId="2696"/>
        <pc:sldMkLst>
          <pc:docMk/>
          <pc:sldMk cId="3226778984" sldId="11968"/>
        </pc:sldMkLst>
      </pc:sldChg>
      <pc:sldChg chg="add">
        <pc:chgData name="영욱 김" userId="6ad1e3ca-699d-4e83-b590-3f083b3f3332" providerId="ADAL" clId="{184CB51C-8145-F44C-BA54-57C40CB0F2FB}" dt="2022-12-17T20:05:15.161" v="343"/>
        <pc:sldMkLst>
          <pc:docMk/>
          <pc:sldMk cId="0" sldId="11969"/>
        </pc:sldMkLst>
      </pc:sldChg>
      <pc:sldChg chg="delSp add setBg delDesignElem">
        <pc:chgData name="영욱 김" userId="6ad1e3ca-699d-4e83-b590-3f083b3f3332" providerId="ADAL" clId="{184CB51C-8145-F44C-BA54-57C40CB0F2FB}" dt="2022-12-17T20:05:15.161" v="343"/>
        <pc:sldMkLst>
          <pc:docMk/>
          <pc:sldMk cId="2429599247" sldId="11970"/>
        </pc:sldMkLst>
        <pc:spChg chg="del">
          <ac:chgData name="영욱 김" userId="6ad1e3ca-699d-4e83-b590-3f083b3f3332" providerId="ADAL" clId="{184CB51C-8145-F44C-BA54-57C40CB0F2FB}" dt="2022-12-17T20:05:15.161" v="343"/>
          <ac:spMkLst>
            <pc:docMk/>
            <pc:sldMk cId="2429599247" sldId="11970"/>
            <ac:spMk id="3079" creationId="{42A4FC2C-047E-45A5-965D-8E1E3BF09BC6}"/>
          </ac:spMkLst>
        </pc:spChg>
      </pc:sldChg>
      <pc:sldChg chg="del">
        <pc:chgData name="영욱 김" userId="6ad1e3ca-699d-4e83-b590-3f083b3f3332" providerId="ADAL" clId="{184CB51C-8145-F44C-BA54-57C40CB0F2FB}" dt="2022-12-17T18:57:08.570" v="59" actId="2696"/>
        <pc:sldMkLst>
          <pc:docMk/>
          <pc:sldMk cId="2079372348" sldId="2076136780"/>
        </pc:sldMkLst>
      </pc:sldChg>
      <pc:sldChg chg="modSp mod">
        <pc:chgData name="영욱 김" userId="6ad1e3ca-699d-4e83-b590-3f083b3f3332" providerId="ADAL" clId="{184CB51C-8145-F44C-BA54-57C40CB0F2FB}" dt="2022-12-17T18:58:36.036" v="236" actId="20577"/>
        <pc:sldMkLst>
          <pc:docMk/>
          <pc:sldMk cId="3367296034" sldId="2076136823"/>
        </pc:sldMkLst>
        <pc:spChg chg="mod">
          <ac:chgData name="영욱 김" userId="6ad1e3ca-699d-4e83-b590-3f083b3f3332" providerId="ADAL" clId="{184CB51C-8145-F44C-BA54-57C40CB0F2FB}" dt="2022-12-17T18:58:36.036" v="236" actId="20577"/>
          <ac:spMkLst>
            <pc:docMk/>
            <pc:sldMk cId="3367296034" sldId="2076136823"/>
            <ac:spMk id="2" creationId="{A3B83649-453D-39E9-2710-4FA6C12827B0}"/>
          </ac:spMkLst>
        </pc:spChg>
      </pc:sldChg>
      <pc:sldChg chg="modSp mod">
        <pc:chgData name="영욱 김" userId="6ad1e3ca-699d-4e83-b590-3f083b3f3332" providerId="ADAL" clId="{184CB51C-8145-F44C-BA54-57C40CB0F2FB}" dt="2022-12-17T18:58:06.710" v="171" actId="20577"/>
        <pc:sldMkLst>
          <pc:docMk/>
          <pc:sldMk cId="882486928" sldId="2076136824"/>
        </pc:sldMkLst>
        <pc:spChg chg="mod">
          <ac:chgData name="영욱 김" userId="6ad1e3ca-699d-4e83-b590-3f083b3f3332" providerId="ADAL" clId="{184CB51C-8145-F44C-BA54-57C40CB0F2FB}" dt="2022-12-17T18:58:06.710" v="171" actId="20577"/>
          <ac:spMkLst>
            <pc:docMk/>
            <pc:sldMk cId="882486928" sldId="2076136824"/>
            <ac:spMk id="2" creationId="{A3B83649-453D-39E9-2710-4FA6C12827B0}"/>
          </ac:spMkLst>
        </pc:spChg>
      </pc:sldChg>
      <pc:sldChg chg="del">
        <pc:chgData name="영욱 김" userId="6ad1e3ca-699d-4e83-b590-3f083b3f3332" providerId="ADAL" clId="{184CB51C-8145-F44C-BA54-57C40CB0F2FB}" dt="2022-12-17T18:58:41.767" v="237" actId="2696"/>
        <pc:sldMkLst>
          <pc:docMk/>
          <pc:sldMk cId="1478809799" sldId="2076136825"/>
        </pc:sldMkLst>
      </pc:sldChg>
      <pc:sldChg chg="modSp mod">
        <pc:chgData name="영욱 김" userId="6ad1e3ca-699d-4e83-b590-3f083b3f3332" providerId="ADAL" clId="{184CB51C-8145-F44C-BA54-57C40CB0F2FB}" dt="2022-12-17T18:59:05.848" v="330" actId="20577"/>
        <pc:sldMkLst>
          <pc:docMk/>
          <pc:sldMk cId="1194704935" sldId="2076136826"/>
        </pc:sldMkLst>
        <pc:spChg chg="mod">
          <ac:chgData name="영욱 김" userId="6ad1e3ca-699d-4e83-b590-3f083b3f3332" providerId="ADAL" clId="{184CB51C-8145-F44C-BA54-57C40CB0F2FB}" dt="2022-12-17T18:59:05.848" v="330" actId="20577"/>
          <ac:spMkLst>
            <pc:docMk/>
            <pc:sldMk cId="1194704935" sldId="2076136826"/>
            <ac:spMk id="2" creationId="{A3B83649-453D-39E9-2710-4FA6C12827B0}"/>
          </ac:spMkLst>
        </pc:spChg>
      </pc:sldChg>
      <pc:sldChg chg="add del">
        <pc:chgData name="영욱 김" userId="6ad1e3ca-699d-4e83-b590-3f083b3f3332" providerId="ADAL" clId="{184CB51C-8145-F44C-BA54-57C40CB0F2FB}" dt="2022-12-17T20:04:17.998" v="335" actId="2696"/>
        <pc:sldMkLst>
          <pc:docMk/>
          <pc:sldMk cId="2005568983" sldId="2076136827"/>
        </pc:sldMkLst>
      </pc:sldChg>
      <pc:sldChg chg="addSp delSp modSp add mod">
        <pc:chgData name="영욱 김" userId="6ad1e3ca-699d-4e83-b590-3f083b3f3332" providerId="ADAL" clId="{184CB51C-8145-F44C-BA54-57C40CB0F2FB}" dt="2022-12-18T09:09:09.707" v="358"/>
        <pc:sldMkLst>
          <pc:docMk/>
          <pc:sldMk cId="4024192217" sldId="2076136827"/>
        </pc:sldMkLst>
        <pc:spChg chg="add del mod">
          <ac:chgData name="영욱 김" userId="6ad1e3ca-699d-4e83-b590-3f083b3f3332" providerId="ADAL" clId="{184CB51C-8145-F44C-BA54-57C40CB0F2FB}" dt="2022-12-18T09:09:09.707" v="358"/>
          <ac:spMkLst>
            <pc:docMk/>
            <pc:sldMk cId="4024192217" sldId="2076136827"/>
            <ac:spMk id="2" creationId="{D4F66C0D-52CE-9FA3-895D-C978AEE59509}"/>
          </ac:spMkLst>
        </pc:spChg>
      </pc:sldChg>
      <pc:sldChg chg="add">
        <pc:chgData name="영욱 김" userId="6ad1e3ca-699d-4e83-b590-3f083b3f3332" providerId="ADAL" clId="{184CB51C-8145-F44C-BA54-57C40CB0F2FB}" dt="2022-12-17T20:05:15.161" v="343"/>
        <pc:sldMkLst>
          <pc:docMk/>
          <pc:sldMk cId="0" sldId="2076136828"/>
        </pc:sldMkLst>
      </pc:sldChg>
      <pc:sldChg chg="add del">
        <pc:chgData name="영욱 김" userId="6ad1e3ca-699d-4e83-b590-3f083b3f3332" providerId="ADAL" clId="{184CB51C-8145-F44C-BA54-57C40CB0F2FB}" dt="2022-12-17T20:04:48.001" v="340"/>
        <pc:sldMkLst>
          <pc:docMk/>
          <pc:sldMk cId="3120635044" sldId="2076136828"/>
        </pc:sldMkLst>
      </pc:sldChg>
      <pc:sldChg chg="add del">
        <pc:chgData name="영욱 김" userId="6ad1e3ca-699d-4e83-b590-3f083b3f3332" providerId="ADAL" clId="{184CB51C-8145-F44C-BA54-57C40CB0F2FB}" dt="2022-12-17T20:04:38.295" v="338"/>
        <pc:sldMkLst>
          <pc:docMk/>
          <pc:sldMk cId="4207931405" sldId="2076136828"/>
        </pc:sldMkLst>
      </pc:sldChg>
      <pc:sldChg chg="add del">
        <pc:chgData name="영욱 김" userId="6ad1e3ca-699d-4e83-b590-3f083b3f3332" providerId="ADAL" clId="{184CB51C-8145-F44C-BA54-57C40CB0F2FB}" dt="2022-12-17T20:04:38.295" v="338"/>
        <pc:sldMkLst>
          <pc:docMk/>
          <pc:sldMk cId="1734559777" sldId="2076136829"/>
        </pc:sldMkLst>
      </pc:sldChg>
      <pc:sldChg chg="add del">
        <pc:chgData name="영욱 김" userId="6ad1e3ca-699d-4e83-b590-3f083b3f3332" providerId="ADAL" clId="{184CB51C-8145-F44C-BA54-57C40CB0F2FB}" dt="2022-12-17T20:04:48.001" v="340"/>
        <pc:sldMkLst>
          <pc:docMk/>
          <pc:sldMk cId="2957326937" sldId="2076136829"/>
        </pc:sldMkLst>
      </pc:sldChg>
      <pc:sldChg chg="add del">
        <pc:chgData name="영욱 김" userId="6ad1e3ca-699d-4e83-b590-3f083b3f3332" providerId="ADAL" clId="{184CB51C-8145-F44C-BA54-57C40CB0F2FB}" dt="2022-12-17T20:04:48.001" v="340"/>
        <pc:sldMkLst>
          <pc:docMk/>
          <pc:sldMk cId="3386169280" sldId="2076136830"/>
        </pc:sldMkLst>
      </pc:sldChg>
      <pc:sldChg chg="add del">
        <pc:chgData name="영욱 김" userId="6ad1e3ca-699d-4e83-b590-3f083b3f3332" providerId="ADAL" clId="{184CB51C-8145-F44C-BA54-57C40CB0F2FB}" dt="2022-12-17T20:04:38.295" v="338"/>
        <pc:sldMkLst>
          <pc:docMk/>
          <pc:sldMk cId="3840991444" sldId="2076136830"/>
        </pc:sldMkLst>
      </pc:sldChg>
      <pc:sldChg chg="add del">
        <pc:chgData name="영욱 김" userId="6ad1e3ca-699d-4e83-b590-3f083b3f3332" providerId="ADAL" clId="{184CB51C-8145-F44C-BA54-57C40CB0F2FB}" dt="2022-12-17T20:04:48.001" v="340"/>
        <pc:sldMkLst>
          <pc:docMk/>
          <pc:sldMk cId="580131067" sldId="2076136831"/>
        </pc:sldMkLst>
      </pc:sldChg>
      <pc:sldChg chg="add del">
        <pc:chgData name="영욱 김" userId="6ad1e3ca-699d-4e83-b590-3f083b3f3332" providerId="ADAL" clId="{184CB51C-8145-F44C-BA54-57C40CB0F2FB}" dt="2022-12-17T20:04:38.295" v="338"/>
        <pc:sldMkLst>
          <pc:docMk/>
          <pc:sldMk cId="4217655031" sldId="2076136831"/>
        </pc:sldMkLst>
      </pc:sldChg>
      <pc:sldChg chg="add del">
        <pc:chgData name="영욱 김" userId="6ad1e3ca-699d-4e83-b590-3f083b3f3332" providerId="ADAL" clId="{184CB51C-8145-F44C-BA54-57C40CB0F2FB}" dt="2022-12-17T20:04:48.001" v="340"/>
        <pc:sldMkLst>
          <pc:docMk/>
          <pc:sldMk cId="1133024224" sldId="2076136832"/>
        </pc:sldMkLst>
      </pc:sldChg>
      <pc:sldChg chg="add del">
        <pc:chgData name="영욱 김" userId="6ad1e3ca-699d-4e83-b590-3f083b3f3332" providerId="ADAL" clId="{184CB51C-8145-F44C-BA54-57C40CB0F2FB}" dt="2022-12-17T20:04:38.295" v="338"/>
        <pc:sldMkLst>
          <pc:docMk/>
          <pc:sldMk cId="2318424276" sldId="2076136832"/>
        </pc:sldMkLst>
      </pc:sldChg>
      <pc:sldChg chg="add del">
        <pc:chgData name="영욱 김" userId="6ad1e3ca-699d-4e83-b590-3f083b3f3332" providerId="ADAL" clId="{184CB51C-8145-F44C-BA54-57C40CB0F2FB}" dt="2022-12-17T20:04:48.001" v="340"/>
        <pc:sldMkLst>
          <pc:docMk/>
          <pc:sldMk cId="1674644317" sldId="2076136833"/>
        </pc:sldMkLst>
      </pc:sldChg>
      <pc:sldChg chg="add del">
        <pc:chgData name="영욱 김" userId="6ad1e3ca-699d-4e83-b590-3f083b3f3332" providerId="ADAL" clId="{184CB51C-8145-F44C-BA54-57C40CB0F2FB}" dt="2022-12-17T20:04:48.001" v="340"/>
        <pc:sldMkLst>
          <pc:docMk/>
          <pc:sldMk cId="2005568983" sldId="2076136834"/>
        </pc:sldMkLst>
      </pc:sldChg>
      <pc:sldChg chg="add del">
        <pc:chgData name="영욱 김" userId="6ad1e3ca-699d-4e83-b590-3f083b3f3332" providerId="ADAL" clId="{184CB51C-8145-F44C-BA54-57C40CB0F2FB}" dt="2022-12-17T20:04:48.001" v="340"/>
        <pc:sldMkLst>
          <pc:docMk/>
          <pc:sldMk cId="2684915606" sldId="2076136835"/>
        </pc:sldMkLst>
      </pc:sldChg>
      <pc:sldChg chg="add del">
        <pc:chgData name="영욱 김" userId="6ad1e3ca-699d-4e83-b590-3f083b3f3332" providerId="ADAL" clId="{184CB51C-8145-F44C-BA54-57C40CB0F2FB}" dt="2022-12-17T20:04:48.001" v="340"/>
        <pc:sldMkLst>
          <pc:docMk/>
          <pc:sldMk cId="3138653098" sldId="2076136836"/>
        </pc:sldMkLst>
      </pc:sldChg>
      <pc:sldMasterChg chg="delSldLayout">
        <pc:chgData name="영욱 김" userId="6ad1e3ca-699d-4e83-b590-3f083b3f3332" providerId="ADAL" clId="{184CB51C-8145-F44C-BA54-57C40CB0F2FB}" dt="2022-12-17T18:57:08.570" v="59" actId="2696"/>
        <pc:sldMasterMkLst>
          <pc:docMk/>
          <pc:sldMasterMk cId="2520014717" sldId="2147483648"/>
        </pc:sldMasterMkLst>
        <pc:sldLayoutChg chg="del">
          <pc:chgData name="영욱 김" userId="6ad1e3ca-699d-4e83-b590-3f083b3f3332" providerId="ADAL" clId="{184CB51C-8145-F44C-BA54-57C40CB0F2FB}" dt="2022-12-17T18:57:08.570" v="59" actId="2696"/>
          <pc:sldLayoutMkLst>
            <pc:docMk/>
            <pc:sldMasterMk cId="2520014717" sldId="2147483648"/>
            <pc:sldLayoutMk cId="3302354776" sldId="2147483695"/>
          </pc:sldLayoutMkLst>
        </pc:sldLayoutChg>
        <pc:sldLayoutChg chg="del">
          <pc:chgData name="영욱 김" userId="6ad1e3ca-699d-4e83-b590-3f083b3f3332" providerId="ADAL" clId="{184CB51C-8145-F44C-BA54-57C40CB0F2FB}" dt="2022-12-17T18:57:08.570" v="59" actId="2696"/>
          <pc:sldLayoutMkLst>
            <pc:docMk/>
            <pc:sldMasterMk cId="2520014717" sldId="2147483648"/>
            <pc:sldLayoutMk cId="2536898418" sldId="2147483754"/>
          </pc:sldLayoutMkLst>
        </pc:sldLayoutChg>
        <pc:sldLayoutChg chg="del">
          <pc:chgData name="영욱 김" userId="6ad1e3ca-699d-4e83-b590-3f083b3f3332" providerId="ADAL" clId="{184CB51C-8145-F44C-BA54-57C40CB0F2FB}" dt="2022-12-17T18:57:08.570" v="59" actId="2696"/>
          <pc:sldLayoutMkLst>
            <pc:docMk/>
            <pc:sldMasterMk cId="2520014717" sldId="2147483648"/>
            <pc:sldLayoutMk cId="1181202186" sldId="2147483755"/>
          </pc:sldLayoutMkLst>
        </pc:sldLayoutChg>
        <pc:sldLayoutChg chg="del">
          <pc:chgData name="영욱 김" userId="6ad1e3ca-699d-4e83-b590-3f083b3f3332" providerId="ADAL" clId="{184CB51C-8145-F44C-BA54-57C40CB0F2FB}" dt="2022-12-17T18:57:08.570" v="59" actId="2696"/>
          <pc:sldLayoutMkLst>
            <pc:docMk/>
            <pc:sldMasterMk cId="2520014717" sldId="2147483648"/>
            <pc:sldLayoutMk cId="3299773163" sldId="2147483756"/>
          </pc:sldLayoutMkLst>
        </pc:sldLayoutChg>
      </pc:sldMasterChg>
      <pc:sldMasterChg chg="delSldLayout">
        <pc:chgData name="영욱 김" userId="6ad1e3ca-699d-4e83-b590-3f083b3f3332" providerId="ADAL" clId="{184CB51C-8145-F44C-BA54-57C40CB0F2FB}" dt="2022-12-17T18:58:41.767" v="237" actId="2696"/>
        <pc:sldMasterMkLst>
          <pc:docMk/>
          <pc:sldMasterMk cId="4205144179" sldId="2147483757"/>
        </pc:sldMasterMkLst>
        <pc:sldLayoutChg chg="del">
          <pc:chgData name="영욱 김" userId="6ad1e3ca-699d-4e83-b590-3f083b3f3332" providerId="ADAL" clId="{184CB51C-8145-F44C-BA54-57C40CB0F2FB}" dt="2022-12-17T18:58:41.767" v="237" actId="2696"/>
          <pc:sldLayoutMkLst>
            <pc:docMk/>
            <pc:sldMasterMk cId="4205144179" sldId="2147483757"/>
            <pc:sldLayoutMk cId="4173879894" sldId="2147483792"/>
          </pc:sldLayoutMkLst>
        </pc:sldLayoutChg>
        <pc:sldLayoutChg chg="del">
          <pc:chgData name="영욱 김" userId="6ad1e3ca-699d-4e83-b590-3f083b3f3332" providerId="ADAL" clId="{184CB51C-8145-F44C-BA54-57C40CB0F2FB}" dt="2022-12-17T18:58:41.767" v="237" actId="2696"/>
          <pc:sldLayoutMkLst>
            <pc:docMk/>
            <pc:sldMasterMk cId="4205144179" sldId="2147483757"/>
            <pc:sldLayoutMk cId="1983651080" sldId="2147483831"/>
          </pc:sldLayoutMkLst>
        </pc:sldLayoutChg>
        <pc:sldLayoutChg chg="del">
          <pc:chgData name="영욱 김" userId="6ad1e3ca-699d-4e83-b590-3f083b3f3332" providerId="ADAL" clId="{184CB51C-8145-F44C-BA54-57C40CB0F2FB}" dt="2022-12-17T18:57:33.991" v="114" actId="2696"/>
          <pc:sldLayoutMkLst>
            <pc:docMk/>
            <pc:sldMasterMk cId="4205144179" sldId="2147483757"/>
            <pc:sldLayoutMk cId="895545352" sldId="2147483833"/>
          </pc:sldLayoutMkLst>
        </pc:sldLayoutChg>
      </pc:sldMasterChg>
      <pc:sldMasterChg chg="delSldLayout">
        <pc:chgData name="영욱 김" userId="6ad1e3ca-699d-4e83-b590-3f083b3f3332" providerId="ADAL" clId="{184CB51C-8145-F44C-BA54-57C40CB0F2FB}" dt="2022-12-17T20:04:17.998" v="335" actId="2696"/>
        <pc:sldMasterMkLst>
          <pc:docMk/>
          <pc:sldMasterMk cId="358339508" sldId="2147483835"/>
        </pc:sldMasterMkLst>
        <pc:sldLayoutChg chg="del">
          <pc:chgData name="영욱 김" userId="6ad1e3ca-699d-4e83-b590-3f083b3f3332" providerId="ADAL" clId="{184CB51C-8145-F44C-BA54-57C40CB0F2FB}" dt="2022-12-17T20:04:17.998" v="335" actId="2696"/>
          <pc:sldLayoutMkLst>
            <pc:docMk/>
            <pc:sldMasterMk cId="358339508" sldId="2147483835"/>
            <pc:sldLayoutMk cId="1650982417" sldId="2147483848"/>
          </pc:sldLayoutMkLst>
        </pc:sldLayoutChg>
        <pc:sldLayoutChg chg="del">
          <pc:chgData name="영욱 김" userId="6ad1e3ca-699d-4e83-b590-3f083b3f3332" providerId="ADAL" clId="{184CB51C-8145-F44C-BA54-57C40CB0F2FB}" dt="2022-12-17T20:04:17.998" v="335" actId="2696"/>
          <pc:sldLayoutMkLst>
            <pc:docMk/>
            <pc:sldMasterMk cId="358339508" sldId="2147483835"/>
            <pc:sldLayoutMk cId="2456204263" sldId="2147483849"/>
          </pc:sldLayoutMkLst>
        </pc:sldLayoutChg>
        <pc:sldLayoutChg chg="del">
          <pc:chgData name="영욱 김" userId="6ad1e3ca-699d-4e83-b590-3f083b3f3332" providerId="ADAL" clId="{184CB51C-8145-F44C-BA54-57C40CB0F2FB}" dt="2022-12-17T20:04:17.998" v="335" actId="2696"/>
          <pc:sldLayoutMkLst>
            <pc:docMk/>
            <pc:sldMasterMk cId="358339508" sldId="2147483835"/>
            <pc:sldLayoutMk cId="3077043627" sldId="2147483851"/>
          </pc:sldLayoutMkLst>
        </pc:sldLayoutChg>
      </pc:sldMasterChg>
    </pc:docChg>
  </pc:docChgLst>
  <pc:docChgLst>
    <pc:chgData name="영욱 김" userId="6ad1e3ca-699d-4e83-b590-3f083b3f3332" providerId="ADAL" clId="{E0CF44B6-9F44-2C45-BC4A-03020203D532}"/>
    <pc:docChg chg="custSel addSld delSld modSld sldOrd modMainMaster">
      <pc:chgData name="영욱 김" userId="6ad1e3ca-699d-4e83-b590-3f083b3f3332" providerId="ADAL" clId="{E0CF44B6-9F44-2C45-BC4A-03020203D532}" dt="2022-09-20T15:57:21.165" v="847" actId="255"/>
      <pc:docMkLst>
        <pc:docMk/>
      </pc:docMkLst>
      <pc:sldChg chg="modSp mod">
        <pc:chgData name="영욱 김" userId="6ad1e3ca-699d-4e83-b590-3f083b3f3332" providerId="ADAL" clId="{E0CF44B6-9F44-2C45-BC4A-03020203D532}" dt="2022-09-18T02:54:31.575" v="120" actId="20577"/>
        <pc:sldMkLst>
          <pc:docMk/>
          <pc:sldMk cId="3402051572" sldId="258"/>
        </pc:sldMkLst>
        <pc:spChg chg="mod">
          <ac:chgData name="영욱 김" userId="6ad1e3ca-699d-4e83-b590-3f083b3f3332" providerId="ADAL" clId="{E0CF44B6-9F44-2C45-BC4A-03020203D532}" dt="2022-09-18T02:54:02.103" v="84" actId="20577"/>
          <ac:spMkLst>
            <pc:docMk/>
            <pc:sldMk cId="3402051572" sldId="258"/>
            <ac:spMk id="5" creationId="{86EF36D9-41B5-0D4F-B112-66548CF4C39C}"/>
          </ac:spMkLst>
        </pc:spChg>
        <pc:spChg chg="mod">
          <ac:chgData name="영욱 김" userId="6ad1e3ca-699d-4e83-b590-3f083b3f3332" providerId="ADAL" clId="{E0CF44B6-9F44-2C45-BC4A-03020203D532}" dt="2022-09-18T02:54:21.056" v="97" actId="20577"/>
          <ac:spMkLst>
            <pc:docMk/>
            <pc:sldMk cId="3402051572" sldId="258"/>
            <ac:spMk id="7" creationId="{EDCD5A6B-0C88-6945-89D8-41BF3E893913}"/>
          </ac:spMkLst>
        </pc:spChg>
        <pc:spChg chg="mod">
          <ac:chgData name="영욱 김" userId="6ad1e3ca-699d-4e83-b590-3f083b3f3332" providerId="ADAL" clId="{E0CF44B6-9F44-2C45-BC4A-03020203D532}" dt="2022-09-18T02:54:31.575" v="120" actId="20577"/>
          <ac:spMkLst>
            <pc:docMk/>
            <pc:sldMk cId="3402051572" sldId="258"/>
            <ac:spMk id="11" creationId="{24F82D0C-6CB0-6487-9482-57561F9B6BE6}"/>
          </ac:spMkLst>
        </pc:spChg>
      </pc:sldChg>
      <pc:sldChg chg="addSp delSp modSp mod ord">
        <pc:chgData name="영욱 김" userId="6ad1e3ca-699d-4e83-b590-3f083b3f3332" providerId="ADAL" clId="{E0CF44B6-9F44-2C45-BC4A-03020203D532}" dt="2022-09-18T11:17:53.073" v="171" actId="14100"/>
        <pc:sldMkLst>
          <pc:docMk/>
          <pc:sldMk cId="2889706060" sldId="259"/>
        </pc:sldMkLst>
        <pc:spChg chg="mod">
          <ac:chgData name="영욱 김" userId="6ad1e3ca-699d-4e83-b590-3f083b3f3332" providerId="ADAL" clId="{E0CF44B6-9F44-2C45-BC4A-03020203D532}" dt="2022-09-18T11:17:44.267" v="169" actId="207"/>
          <ac:spMkLst>
            <pc:docMk/>
            <pc:sldMk cId="2889706060" sldId="259"/>
            <ac:spMk id="2" creationId="{A3B83649-453D-39E9-2710-4FA6C12827B0}"/>
          </ac:spMkLst>
        </pc:spChg>
        <pc:spChg chg="del">
          <ac:chgData name="영욱 김" userId="6ad1e3ca-699d-4e83-b590-3f083b3f3332" providerId="ADAL" clId="{E0CF44B6-9F44-2C45-BC4A-03020203D532}" dt="2022-09-18T11:16:36.317" v="165" actId="478"/>
          <ac:spMkLst>
            <pc:docMk/>
            <pc:sldMk cId="2889706060" sldId="259"/>
            <ac:spMk id="3" creationId="{7B0DF6C5-517B-9037-37C7-B3E904F07CDA}"/>
          </ac:spMkLst>
        </pc:spChg>
        <pc:picChg chg="add mod">
          <ac:chgData name="영욱 김" userId="6ad1e3ca-699d-4e83-b590-3f083b3f3332" providerId="ADAL" clId="{E0CF44B6-9F44-2C45-BC4A-03020203D532}" dt="2022-09-18T11:17:53.073" v="171" actId="14100"/>
          <ac:picMkLst>
            <pc:docMk/>
            <pc:sldMk cId="2889706060" sldId="259"/>
            <ac:picMk id="1026" creationId="{AB2420E5-18D6-78E8-6E22-91B9A5CC776A}"/>
          </ac:picMkLst>
        </pc:picChg>
      </pc:sldChg>
      <pc:sldChg chg="del">
        <pc:chgData name="영욱 김" userId="6ad1e3ca-699d-4e83-b590-3f083b3f3332" providerId="ADAL" clId="{E0CF44B6-9F44-2C45-BC4A-03020203D532}" dt="2022-09-18T15:45:32.612" v="332" actId="2696"/>
        <pc:sldMkLst>
          <pc:docMk/>
          <pc:sldMk cId="4220685167" sldId="260"/>
        </pc:sldMkLst>
      </pc:sldChg>
      <pc:sldChg chg="del">
        <pc:chgData name="영욱 김" userId="6ad1e3ca-699d-4e83-b590-3f083b3f3332" providerId="ADAL" clId="{E0CF44B6-9F44-2C45-BC4A-03020203D532}" dt="2022-09-18T15:45:32.612" v="332" actId="2696"/>
        <pc:sldMkLst>
          <pc:docMk/>
          <pc:sldMk cId="4277404875" sldId="261"/>
        </pc:sldMkLst>
      </pc:sldChg>
      <pc:sldChg chg="addSp modSp add mod">
        <pc:chgData name="영욱 김" userId="6ad1e3ca-699d-4e83-b590-3f083b3f3332" providerId="ADAL" clId="{E0CF44B6-9F44-2C45-BC4A-03020203D532}" dt="2022-09-18T16:39:38.269" v="406" actId="1036"/>
        <pc:sldMkLst>
          <pc:docMk/>
          <pc:sldMk cId="117699191" sldId="315"/>
        </pc:sldMkLst>
        <pc:spChg chg="mod">
          <ac:chgData name="영욱 김" userId="6ad1e3ca-699d-4e83-b590-3f083b3f3332" providerId="ADAL" clId="{E0CF44B6-9F44-2C45-BC4A-03020203D532}" dt="2022-09-18T16:39:22.765" v="402" actId="1076"/>
          <ac:spMkLst>
            <pc:docMk/>
            <pc:sldMk cId="117699191" sldId="315"/>
            <ac:spMk id="6" creationId="{9CE9D493-5564-5343-ABE1-9F6EB220050A}"/>
          </ac:spMkLst>
        </pc:spChg>
        <pc:spChg chg="mod">
          <ac:chgData name="영욱 김" userId="6ad1e3ca-699d-4e83-b590-3f083b3f3332" providerId="ADAL" clId="{E0CF44B6-9F44-2C45-BC4A-03020203D532}" dt="2022-09-18T16:39:22.765" v="402" actId="1076"/>
          <ac:spMkLst>
            <pc:docMk/>
            <pc:sldMk cId="117699191" sldId="315"/>
            <ac:spMk id="7" creationId="{07655691-5879-404D-8075-B27ED8F14C14}"/>
          </ac:spMkLst>
        </pc:spChg>
        <pc:spChg chg="mod">
          <ac:chgData name="영욱 김" userId="6ad1e3ca-699d-4e83-b590-3f083b3f3332" providerId="ADAL" clId="{E0CF44B6-9F44-2C45-BC4A-03020203D532}" dt="2022-09-18T16:39:22.765" v="402" actId="1076"/>
          <ac:spMkLst>
            <pc:docMk/>
            <pc:sldMk cId="117699191" sldId="315"/>
            <ac:spMk id="8" creationId="{687030EB-05B0-1044-9063-9D1C2F280B26}"/>
          </ac:spMkLst>
        </pc:spChg>
        <pc:spChg chg="mod">
          <ac:chgData name="영욱 김" userId="6ad1e3ca-699d-4e83-b590-3f083b3f3332" providerId="ADAL" clId="{E0CF44B6-9F44-2C45-BC4A-03020203D532}" dt="2022-09-18T16:39:22.765" v="402" actId="1076"/>
          <ac:spMkLst>
            <pc:docMk/>
            <pc:sldMk cId="117699191" sldId="315"/>
            <ac:spMk id="10" creationId="{7EF22EB4-2CFB-0C46-BD30-AFB60CA989B4}"/>
          </ac:spMkLst>
        </pc:spChg>
        <pc:spChg chg="mod">
          <ac:chgData name="영욱 김" userId="6ad1e3ca-699d-4e83-b590-3f083b3f3332" providerId="ADAL" clId="{E0CF44B6-9F44-2C45-BC4A-03020203D532}" dt="2022-09-18T16:39:22.765" v="402" actId="1076"/>
          <ac:spMkLst>
            <pc:docMk/>
            <pc:sldMk cId="117699191" sldId="315"/>
            <ac:spMk id="12" creationId="{73D84920-C753-0744-A9CB-5BD19131044F}"/>
          </ac:spMkLst>
        </pc:spChg>
        <pc:grpChg chg="mod">
          <ac:chgData name="영욱 김" userId="6ad1e3ca-699d-4e83-b590-3f083b3f3332" providerId="ADAL" clId="{E0CF44B6-9F44-2C45-BC4A-03020203D532}" dt="2022-09-18T16:39:22.765" v="402" actId="1076"/>
          <ac:grpSpMkLst>
            <pc:docMk/>
            <pc:sldMk cId="117699191" sldId="315"/>
            <ac:grpSpMk id="4" creationId="{742733D4-3323-694A-BA52-9CAE31EB283C}"/>
          </ac:grpSpMkLst>
        </pc:grpChg>
        <pc:grpChg chg="mod">
          <ac:chgData name="영욱 김" userId="6ad1e3ca-699d-4e83-b590-3f083b3f3332" providerId="ADAL" clId="{E0CF44B6-9F44-2C45-BC4A-03020203D532}" dt="2022-09-18T16:39:22.765" v="402" actId="1076"/>
          <ac:grpSpMkLst>
            <pc:docMk/>
            <pc:sldMk cId="117699191" sldId="315"/>
            <ac:grpSpMk id="5" creationId="{D8760A79-5C33-D240-B639-C2FDDCE87A71}"/>
          </ac:grpSpMkLst>
        </pc:grpChg>
        <pc:picChg chg="mod">
          <ac:chgData name="영욱 김" userId="6ad1e3ca-699d-4e83-b590-3f083b3f3332" providerId="ADAL" clId="{E0CF44B6-9F44-2C45-BC4A-03020203D532}" dt="2022-09-18T16:39:22.765" v="402" actId="1076"/>
          <ac:picMkLst>
            <pc:docMk/>
            <pc:sldMk cId="117699191" sldId="315"/>
            <ac:picMk id="11" creationId="{940E17A0-E441-E34E-8CC5-ADC4573FE498}"/>
          </ac:picMkLst>
        </pc:picChg>
        <pc:picChg chg="mod">
          <ac:chgData name="영욱 김" userId="6ad1e3ca-699d-4e83-b590-3f083b3f3332" providerId="ADAL" clId="{E0CF44B6-9F44-2C45-BC4A-03020203D532}" dt="2022-09-18T16:39:38.269" v="406" actId="1036"/>
          <ac:picMkLst>
            <pc:docMk/>
            <pc:sldMk cId="117699191" sldId="315"/>
            <ac:picMk id="13" creationId="{39563C47-0C86-2648-80DC-897D296565A0}"/>
          </ac:picMkLst>
        </pc:picChg>
        <pc:picChg chg="mod">
          <ac:chgData name="영욱 김" userId="6ad1e3ca-699d-4e83-b590-3f083b3f3332" providerId="ADAL" clId="{E0CF44B6-9F44-2C45-BC4A-03020203D532}" dt="2022-09-18T16:39:22.765" v="402" actId="1076"/>
          <ac:picMkLst>
            <pc:docMk/>
            <pc:sldMk cId="117699191" sldId="315"/>
            <ac:picMk id="14" creationId="{11FDC0F5-D78C-744C-8822-59BA650E6C47}"/>
          </ac:picMkLst>
        </pc:picChg>
        <pc:picChg chg="mod">
          <ac:chgData name="영욱 김" userId="6ad1e3ca-699d-4e83-b590-3f083b3f3332" providerId="ADAL" clId="{E0CF44B6-9F44-2C45-BC4A-03020203D532}" dt="2022-09-18T16:39:22.765" v="402" actId="1076"/>
          <ac:picMkLst>
            <pc:docMk/>
            <pc:sldMk cId="117699191" sldId="315"/>
            <ac:picMk id="15" creationId="{F2315042-6736-424A-BAD0-4E09CC18FF64}"/>
          </ac:picMkLst>
        </pc:picChg>
        <pc:picChg chg="add mod">
          <ac:chgData name="영욱 김" userId="6ad1e3ca-699d-4e83-b590-3f083b3f3332" providerId="ADAL" clId="{E0CF44B6-9F44-2C45-BC4A-03020203D532}" dt="2022-09-18T16:39:22.765" v="402" actId="1076"/>
          <ac:picMkLst>
            <pc:docMk/>
            <pc:sldMk cId="117699191" sldId="315"/>
            <ac:picMk id="16" creationId="{0F02BA27-9F14-96BD-55BE-3C98769118C9}"/>
          </ac:picMkLst>
        </pc:picChg>
        <pc:picChg chg="add mod">
          <ac:chgData name="영욱 김" userId="6ad1e3ca-699d-4e83-b590-3f083b3f3332" providerId="ADAL" clId="{E0CF44B6-9F44-2C45-BC4A-03020203D532}" dt="2022-09-18T16:39:22.765" v="402" actId="1076"/>
          <ac:picMkLst>
            <pc:docMk/>
            <pc:sldMk cId="117699191" sldId="315"/>
            <ac:picMk id="17" creationId="{17F6F9F9-7971-E235-7A25-DC3D70719CB0}"/>
          </ac:picMkLst>
        </pc:picChg>
        <pc:picChg chg="add mod">
          <ac:chgData name="영욱 김" userId="6ad1e3ca-699d-4e83-b590-3f083b3f3332" providerId="ADAL" clId="{E0CF44B6-9F44-2C45-BC4A-03020203D532}" dt="2022-09-18T16:39:22.765" v="402" actId="1076"/>
          <ac:picMkLst>
            <pc:docMk/>
            <pc:sldMk cId="117699191" sldId="315"/>
            <ac:picMk id="18" creationId="{CDF46AB2-0F5B-6663-0F2A-A0AB3AD03CF5}"/>
          </ac:picMkLst>
        </pc:picChg>
        <pc:picChg chg="mod">
          <ac:chgData name="영욱 김" userId="6ad1e3ca-699d-4e83-b590-3f083b3f3332" providerId="ADAL" clId="{E0CF44B6-9F44-2C45-BC4A-03020203D532}" dt="2022-09-18T16:39:22.765" v="402" actId="1076"/>
          <ac:picMkLst>
            <pc:docMk/>
            <pc:sldMk cId="117699191" sldId="315"/>
            <ac:picMk id="1026" creationId="{1D62A2FB-E19C-114C-A114-3CDE2360D08A}"/>
          </ac:picMkLst>
        </pc:picChg>
        <pc:picChg chg="mod">
          <ac:chgData name="영욱 김" userId="6ad1e3ca-699d-4e83-b590-3f083b3f3332" providerId="ADAL" clId="{E0CF44B6-9F44-2C45-BC4A-03020203D532}" dt="2022-09-18T16:39:22.765" v="402" actId="1076"/>
          <ac:picMkLst>
            <pc:docMk/>
            <pc:sldMk cId="117699191" sldId="315"/>
            <ac:picMk id="1028" creationId="{923BAA41-0029-A04C-9D82-FD6A79FE9328}"/>
          </ac:picMkLst>
        </pc:picChg>
        <pc:cxnChg chg="mod">
          <ac:chgData name="영욱 김" userId="6ad1e3ca-699d-4e83-b590-3f083b3f3332" providerId="ADAL" clId="{E0CF44B6-9F44-2C45-BC4A-03020203D532}" dt="2022-09-18T16:39:22.765" v="402" actId="1076"/>
          <ac:cxnSpMkLst>
            <pc:docMk/>
            <pc:sldMk cId="117699191" sldId="315"/>
            <ac:cxnSpMk id="9" creationId="{A09AEC75-91FF-D24A-BC43-4A36E32418E0}"/>
          </ac:cxnSpMkLst>
        </pc:cxnChg>
      </pc:sldChg>
      <pc:sldChg chg="add">
        <pc:chgData name="영욱 김" userId="6ad1e3ca-699d-4e83-b590-3f083b3f3332" providerId="ADAL" clId="{E0CF44B6-9F44-2C45-BC4A-03020203D532}" dt="2022-09-20T00:44:46.056" v="415"/>
        <pc:sldMkLst>
          <pc:docMk/>
          <pc:sldMk cId="4282942544" sldId="318"/>
        </pc:sldMkLst>
      </pc:sldChg>
      <pc:sldChg chg="add del">
        <pc:chgData name="영욱 김" userId="6ad1e3ca-699d-4e83-b590-3f083b3f3332" providerId="ADAL" clId="{E0CF44B6-9F44-2C45-BC4A-03020203D532}" dt="2022-09-20T01:08:58.833" v="474" actId="2696"/>
        <pc:sldMkLst>
          <pc:docMk/>
          <pc:sldMk cId="893476650" sldId="319"/>
        </pc:sldMkLst>
      </pc:sldChg>
      <pc:sldChg chg="add del">
        <pc:chgData name="영욱 김" userId="6ad1e3ca-699d-4e83-b590-3f083b3f3332" providerId="ADAL" clId="{E0CF44B6-9F44-2C45-BC4A-03020203D532}" dt="2022-09-20T01:08:58.833" v="474" actId="2696"/>
        <pc:sldMkLst>
          <pc:docMk/>
          <pc:sldMk cId="749757243" sldId="323"/>
        </pc:sldMkLst>
      </pc:sldChg>
      <pc:sldChg chg="add">
        <pc:chgData name="영욱 김" userId="6ad1e3ca-699d-4e83-b590-3f083b3f3332" providerId="ADAL" clId="{E0CF44B6-9F44-2C45-BC4A-03020203D532}" dt="2022-09-20T00:44:46.056" v="415"/>
        <pc:sldMkLst>
          <pc:docMk/>
          <pc:sldMk cId="2153969477" sldId="324"/>
        </pc:sldMkLst>
      </pc:sldChg>
      <pc:sldChg chg="add">
        <pc:chgData name="영욱 김" userId="6ad1e3ca-699d-4e83-b590-3f083b3f3332" providerId="ADAL" clId="{E0CF44B6-9F44-2C45-BC4A-03020203D532}" dt="2022-09-20T00:44:46.056" v="415"/>
        <pc:sldMkLst>
          <pc:docMk/>
          <pc:sldMk cId="927950740" sldId="325"/>
        </pc:sldMkLst>
      </pc:sldChg>
      <pc:sldChg chg="add">
        <pc:chgData name="영욱 김" userId="6ad1e3ca-699d-4e83-b590-3f083b3f3332" providerId="ADAL" clId="{E0CF44B6-9F44-2C45-BC4A-03020203D532}" dt="2022-09-20T00:44:46.056" v="415"/>
        <pc:sldMkLst>
          <pc:docMk/>
          <pc:sldMk cId="4184353667" sldId="326"/>
        </pc:sldMkLst>
      </pc:sldChg>
      <pc:sldChg chg="add">
        <pc:chgData name="영욱 김" userId="6ad1e3ca-699d-4e83-b590-3f083b3f3332" providerId="ADAL" clId="{E0CF44B6-9F44-2C45-BC4A-03020203D532}" dt="2022-09-20T00:44:46.056" v="415"/>
        <pc:sldMkLst>
          <pc:docMk/>
          <pc:sldMk cId="4141758947" sldId="327"/>
        </pc:sldMkLst>
      </pc:sldChg>
      <pc:sldChg chg="add">
        <pc:chgData name="영욱 김" userId="6ad1e3ca-699d-4e83-b590-3f083b3f3332" providerId="ADAL" clId="{E0CF44B6-9F44-2C45-BC4A-03020203D532}" dt="2022-09-20T00:44:46.056" v="415"/>
        <pc:sldMkLst>
          <pc:docMk/>
          <pc:sldMk cId="399373453" sldId="328"/>
        </pc:sldMkLst>
      </pc:sldChg>
      <pc:sldChg chg="add">
        <pc:chgData name="영욱 김" userId="6ad1e3ca-699d-4e83-b590-3f083b3f3332" providerId="ADAL" clId="{E0CF44B6-9F44-2C45-BC4A-03020203D532}" dt="2022-09-20T00:44:46.056" v="415"/>
        <pc:sldMkLst>
          <pc:docMk/>
          <pc:sldMk cId="1983608639" sldId="352"/>
        </pc:sldMkLst>
      </pc:sldChg>
      <pc:sldChg chg="addSp delSp modSp add mod ord">
        <pc:chgData name="영욱 김" userId="6ad1e3ca-699d-4e83-b590-3f083b3f3332" providerId="ADAL" clId="{E0CF44B6-9F44-2C45-BC4A-03020203D532}" dt="2022-09-18T16:41:06.083" v="411" actId="478"/>
        <pc:sldMkLst>
          <pc:docMk/>
          <pc:sldMk cId="2391782759" sldId="495"/>
        </pc:sldMkLst>
        <pc:spChg chg="add mod">
          <ac:chgData name="영욱 김" userId="6ad1e3ca-699d-4e83-b590-3f083b3f3332" providerId="ADAL" clId="{E0CF44B6-9F44-2C45-BC4A-03020203D532}" dt="2022-09-18T15:45:17.462" v="331" actId="255"/>
          <ac:spMkLst>
            <pc:docMk/>
            <pc:sldMk cId="2391782759" sldId="495"/>
            <ac:spMk id="2" creationId="{96D8FF99-EFD7-9997-DCBC-62860B3BB6A0}"/>
          </ac:spMkLst>
        </pc:spChg>
        <pc:spChg chg="del mod">
          <ac:chgData name="영욱 김" userId="6ad1e3ca-699d-4e83-b590-3f083b3f3332" providerId="ADAL" clId="{E0CF44B6-9F44-2C45-BC4A-03020203D532}" dt="2022-09-18T16:41:06.083" v="411" actId="478"/>
          <ac:spMkLst>
            <pc:docMk/>
            <pc:sldMk cId="2391782759" sldId="495"/>
            <ac:spMk id="4" creationId="{00000000-0000-0000-0000-000000000000}"/>
          </ac:spMkLst>
        </pc:spChg>
      </pc:sldChg>
      <pc:sldChg chg="delSp modSp add mod">
        <pc:chgData name="영욱 김" userId="6ad1e3ca-699d-4e83-b590-3f083b3f3332" providerId="ADAL" clId="{E0CF44B6-9F44-2C45-BC4A-03020203D532}" dt="2022-09-18T16:38:40.045" v="395" actId="1076"/>
        <pc:sldMkLst>
          <pc:docMk/>
          <pc:sldMk cId="3934494774" sldId="2974"/>
        </pc:sldMkLst>
        <pc:picChg chg="mod">
          <ac:chgData name="영욱 김" userId="6ad1e3ca-699d-4e83-b590-3f083b3f3332" providerId="ADAL" clId="{E0CF44B6-9F44-2C45-BC4A-03020203D532}" dt="2022-09-18T16:38:40.045" v="395" actId="1076"/>
          <ac:picMkLst>
            <pc:docMk/>
            <pc:sldMk cId="3934494774" sldId="2974"/>
            <ac:picMk id="2" creationId="{00000000-0000-0000-0000-000000000000}"/>
          </ac:picMkLst>
        </pc:picChg>
        <pc:picChg chg="del">
          <ac:chgData name="영욱 김" userId="6ad1e3ca-699d-4e83-b590-3f083b3f3332" providerId="ADAL" clId="{E0CF44B6-9F44-2C45-BC4A-03020203D532}" dt="2022-09-18T16:38:36.499" v="394" actId="21"/>
          <ac:picMkLst>
            <pc:docMk/>
            <pc:sldMk cId="3934494774" sldId="2974"/>
            <ac:picMk id="4" creationId="{13C005D3-5E21-94A6-67EE-2553C3191820}"/>
          </ac:picMkLst>
        </pc:picChg>
        <pc:picChg chg="del">
          <ac:chgData name="영욱 김" userId="6ad1e3ca-699d-4e83-b590-3f083b3f3332" providerId="ADAL" clId="{E0CF44B6-9F44-2C45-BC4A-03020203D532}" dt="2022-09-18T16:38:36.499" v="394" actId="21"/>
          <ac:picMkLst>
            <pc:docMk/>
            <pc:sldMk cId="3934494774" sldId="2974"/>
            <ac:picMk id="7" creationId="{AB9D2D0D-188A-A444-F82D-E891D65A1E13}"/>
          </ac:picMkLst>
        </pc:picChg>
      </pc:sldChg>
      <pc:sldChg chg="add">
        <pc:chgData name="영욱 김" userId="6ad1e3ca-699d-4e83-b590-3f083b3f3332" providerId="ADAL" clId="{E0CF44B6-9F44-2C45-BC4A-03020203D532}" dt="2022-09-20T00:44:46.056" v="415"/>
        <pc:sldMkLst>
          <pc:docMk/>
          <pc:sldMk cId="3945581758" sldId="2975"/>
        </pc:sldMkLst>
      </pc:sldChg>
      <pc:sldChg chg="delSp modSp add mod ord">
        <pc:chgData name="영욱 김" userId="6ad1e3ca-699d-4e83-b590-3f083b3f3332" providerId="ADAL" clId="{E0CF44B6-9F44-2C45-BC4A-03020203D532}" dt="2022-09-18T15:41:37.951" v="246" actId="20577"/>
        <pc:sldMkLst>
          <pc:docMk/>
          <pc:sldMk cId="1798778743" sldId="4454"/>
        </pc:sldMkLst>
        <pc:spChg chg="mod">
          <ac:chgData name="영욱 김" userId="6ad1e3ca-699d-4e83-b590-3f083b3f3332" providerId="ADAL" clId="{E0CF44B6-9F44-2C45-BC4A-03020203D532}" dt="2022-09-18T15:41:18.867" v="224" actId="20577"/>
          <ac:spMkLst>
            <pc:docMk/>
            <pc:sldMk cId="1798778743" sldId="4454"/>
            <ac:spMk id="12" creationId="{BE0A2980-AD0F-45DC-A979-EAC7E88B7AF4}"/>
          </ac:spMkLst>
        </pc:spChg>
        <pc:spChg chg="mod">
          <ac:chgData name="영욱 김" userId="6ad1e3ca-699d-4e83-b590-3f083b3f3332" providerId="ADAL" clId="{E0CF44B6-9F44-2C45-BC4A-03020203D532}" dt="2022-09-18T15:40:25.392" v="201" actId="20577"/>
          <ac:spMkLst>
            <pc:docMk/>
            <pc:sldMk cId="1798778743" sldId="4454"/>
            <ac:spMk id="14" creationId="{7EFBB696-6AF5-416B-A5D3-19D1F20F7014}"/>
          </ac:spMkLst>
        </pc:spChg>
        <pc:spChg chg="del">
          <ac:chgData name="영욱 김" userId="6ad1e3ca-699d-4e83-b590-3f083b3f3332" providerId="ADAL" clId="{E0CF44B6-9F44-2C45-BC4A-03020203D532}" dt="2022-09-18T15:41:24.973" v="225" actId="478"/>
          <ac:spMkLst>
            <pc:docMk/>
            <pc:sldMk cId="1798778743" sldId="4454"/>
            <ac:spMk id="15" creationId="{BE494FCA-78B7-416D-BE99-EE191E9A0E64}"/>
          </ac:spMkLst>
        </pc:spChg>
        <pc:spChg chg="mod">
          <ac:chgData name="영욱 김" userId="6ad1e3ca-699d-4e83-b590-3f083b3f3332" providerId="ADAL" clId="{E0CF44B6-9F44-2C45-BC4A-03020203D532}" dt="2022-09-18T15:41:37.951" v="246" actId="20577"/>
          <ac:spMkLst>
            <pc:docMk/>
            <pc:sldMk cId="1798778743" sldId="4454"/>
            <ac:spMk id="29" creationId="{F2E70E45-FB17-415E-A373-CB581181B1F7}"/>
          </ac:spMkLst>
        </pc:spChg>
      </pc:sldChg>
      <pc:sldChg chg="delSp modSp add mod ord">
        <pc:chgData name="영욱 김" userId="6ad1e3ca-699d-4e83-b590-3f083b3f3332" providerId="ADAL" clId="{E0CF44B6-9F44-2C45-BC4A-03020203D532}" dt="2022-09-18T15:42:49.694" v="248" actId="6549"/>
        <pc:sldMkLst>
          <pc:docMk/>
          <pc:sldMk cId="2016604326" sldId="4456"/>
        </pc:sldMkLst>
        <pc:spChg chg="mod">
          <ac:chgData name="영욱 김" userId="6ad1e3ca-699d-4e83-b590-3f083b3f3332" providerId="ADAL" clId="{E0CF44B6-9F44-2C45-BC4A-03020203D532}" dt="2022-09-18T15:42:49.694" v="248" actId="6549"/>
          <ac:spMkLst>
            <pc:docMk/>
            <pc:sldMk cId="2016604326" sldId="4456"/>
            <ac:spMk id="12" creationId="{BE0A2980-AD0F-45DC-A979-EAC7E88B7AF4}"/>
          </ac:spMkLst>
        </pc:spChg>
        <pc:spChg chg="del">
          <ac:chgData name="영욱 김" userId="6ad1e3ca-699d-4e83-b590-3f083b3f3332" providerId="ADAL" clId="{E0CF44B6-9F44-2C45-BC4A-03020203D532}" dt="2022-09-18T15:42:07.359" v="247" actId="478"/>
          <ac:spMkLst>
            <pc:docMk/>
            <pc:sldMk cId="2016604326" sldId="4456"/>
            <ac:spMk id="15" creationId="{BE494FCA-78B7-416D-BE99-EE191E9A0E64}"/>
          </ac:spMkLst>
        </pc:spChg>
      </pc:sldChg>
      <pc:sldChg chg="delSp modSp add mod">
        <pc:chgData name="영욱 김" userId="6ad1e3ca-699d-4e83-b590-3f083b3f3332" providerId="ADAL" clId="{E0CF44B6-9F44-2C45-BC4A-03020203D532}" dt="2022-09-18T16:41:12.630" v="412" actId="478"/>
        <pc:sldMkLst>
          <pc:docMk/>
          <pc:sldMk cId="2079372348" sldId="2076136780"/>
        </pc:sldMkLst>
        <pc:spChg chg="mod">
          <ac:chgData name="영욱 김" userId="6ad1e3ca-699d-4e83-b590-3f083b3f3332" providerId="ADAL" clId="{E0CF44B6-9F44-2C45-BC4A-03020203D532}" dt="2022-09-18T15:53:18.753" v="361"/>
          <ac:spMkLst>
            <pc:docMk/>
            <pc:sldMk cId="2079372348" sldId="2076136780"/>
            <ac:spMk id="12" creationId="{BE0A2980-AD0F-45DC-A979-EAC7E88B7AF4}"/>
          </ac:spMkLst>
        </pc:spChg>
        <pc:spChg chg="del">
          <ac:chgData name="영욱 김" userId="6ad1e3ca-699d-4e83-b590-3f083b3f3332" providerId="ADAL" clId="{E0CF44B6-9F44-2C45-BC4A-03020203D532}" dt="2022-09-18T16:41:12.630" v="412" actId="478"/>
          <ac:spMkLst>
            <pc:docMk/>
            <pc:sldMk cId="2079372348" sldId="2076136780"/>
            <ac:spMk id="15" creationId="{BE494FCA-78B7-416D-BE99-EE191E9A0E64}"/>
          </ac:spMkLst>
        </pc:spChg>
      </pc:sldChg>
      <pc:sldChg chg="modSp add mod">
        <pc:chgData name="영욱 김" userId="6ad1e3ca-699d-4e83-b590-3f083b3f3332" providerId="ADAL" clId="{E0CF44B6-9F44-2C45-BC4A-03020203D532}" dt="2022-09-20T00:46:38.572" v="473" actId="20577"/>
        <pc:sldMkLst>
          <pc:docMk/>
          <pc:sldMk cId="1119716931" sldId="2076136803"/>
        </pc:sldMkLst>
        <pc:spChg chg="mod">
          <ac:chgData name="영욱 김" userId="6ad1e3ca-699d-4e83-b590-3f083b3f3332" providerId="ADAL" clId="{E0CF44B6-9F44-2C45-BC4A-03020203D532}" dt="2022-09-20T00:46:38.572" v="473" actId="20577"/>
          <ac:spMkLst>
            <pc:docMk/>
            <pc:sldMk cId="1119716931" sldId="2076136803"/>
            <ac:spMk id="12" creationId="{BE0A2980-AD0F-45DC-A979-EAC7E88B7AF4}"/>
          </ac:spMkLst>
        </pc:spChg>
      </pc:sldChg>
      <pc:sldChg chg="add">
        <pc:chgData name="영욱 김" userId="6ad1e3ca-699d-4e83-b590-3f083b3f3332" providerId="ADAL" clId="{E0CF44B6-9F44-2C45-BC4A-03020203D532}" dt="2022-09-20T00:45:09.361" v="416"/>
        <pc:sldMkLst>
          <pc:docMk/>
          <pc:sldMk cId="387039301" sldId="2076136809"/>
        </pc:sldMkLst>
      </pc:sldChg>
      <pc:sldChg chg="add del ord">
        <pc:chgData name="영욱 김" userId="6ad1e3ca-699d-4e83-b590-3f083b3f3332" providerId="ADAL" clId="{E0CF44B6-9F44-2C45-BC4A-03020203D532}" dt="2022-09-20T00:45:09.361" v="416"/>
        <pc:sldMkLst>
          <pc:docMk/>
          <pc:sldMk cId="3351828359" sldId="2076136811"/>
        </pc:sldMkLst>
      </pc:sldChg>
      <pc:sldChg chg="add del">
        <pc:chgData name="영욱 김" userId="6ad1e3ca-699d-4e83-b590-3f083b3f3332" providerId="ADAL" clId="{E0CF44B6-9F44-2C45-BC4A-03020203D532}" dt="2022-09-20T00:45:09.361" v="416"/>
        <pc:sldMkLst>
          <pc:docMk/>
          <pc:sldMk cId="1441673668" sldId="2076136812"/>
        </pc:sldMkLst>
      </pc:sldChg>
      <pc:sldChg chg="addSp delSp modSp add mod">
        <pc:chgData name="영욱 김" userId="6ad1e3ca-699d-4e83-b590-3f083b3f3332" providerId="ADAL" clId="{E0CF44B6-9F44-2C45-BC4A-03020203D532}" dt="2022-09-20T15:57:21.165" v="847" actId="255"/>
        <pc:sldMkLst>
          <pc:docMk/>
          <pc:sldMk cId="871914778" sldId="2076136813"/>
        </pc:sldMkLst>
        <pc:spChg chg="add mod">
          <ac:chgData name="영욱 김" userId="6ad1e3ca-699d-4e83-b590-3f083b3f3332" providerId="ADAL" clId="{E0CF44B6-9F44-2C45-BC4A-03020203D532}" dt="2022-09-18T16:34:28.324" v="392" actId="14100"/>
          <ac:spMkLst>
            <pc:docMk/>
            <pc:sldMk cId="871914778" sldId="2076136813"/>
            <ac:spMk id="4" creationId="{2EC00194-F525-1C63-095B-99825594E729}"/>
          </ac:spMkLst>
        </pc:spChg>
        <pc:spChg chg="add mod">
          <ac:chgData name="영욱 김" userId="6ad1e3ca-699d-4e83-b590-3f083b3f3332" providerId="ADAL" clId="{E0CF44B6-9F44-2C45-BC4A-03020203D532}" dt="2022-09-20T15:57:21.165" v="847" actId="255"/>
          <ac:spMkLst>
            <pc:docMk/>
            <pc:sldMk cId="871914778" sldId="2076136813"/>
            <ac:spMk id="5" creationId="{D0B4E087-502E-5CB6-9F60-2619AC21B443}"/>
          </ac:spMkLst>
        </pc:spChg>
        <pc:spChg chg="mod">
          <ac:chgData name="영욱 김" userId="6ad1e3ca-699d-4e83-b590-3f083b3f3332" providerId="ADAL" clId="{E0CF44B6-9F44-2C45-BC4A-03020203D532}" dt="2022-09-18T15:54:15.709" v="380" actId="20577"/>
          <ac:spMkLst>
            <pc:docMk/>
            <pc:sldMk cId="871914778" sldId="2076136813"/>
            <ac:spMk id="12" creationId="{BE0A2980-AD0F-45DC-A979-EAC7E88B7AF4}"/>
          </ac:spMkLst>
        </pc:spChg>
        <pc:spChg chg="mod">
          <ac:chgData name="영욱 김" userId="6ad1e3ca-699d-4e83-b590-3f083b3f3332" providerId="ADAL" clId="{E0CF44B6-9F44-2C45-BC4A-03020203D532}" dt="2022-09-20T15:56:53.877" v="833" actId="20577"/>
          <ac:spMkLst>
            <pc:docMk/>
            <pc:sldMk cId="871914778" sldId="2076136813"/>
            <ac:spMk id="14" creationId="{7EFBB696-6AF5-416B-A5D3-19D1F20F7014}"/>
          </ac:spMkLst>
        </pc:spChg>
        <pc:spChg chg="del">
          <ac:chgData name="영욱 김" userId="6ad1e3ca-699d-4e83-b590-3f083b3f3332" providerId="ADAL" clId="{E0CF44B6-9F44-2C45-BC4A-03020203D532}" dt="2022-09-18T15:47:01.924" v="334" actId="478"/>
          <ac:spMkLst>
            <pc:docMk/>
            <pc:sldMk cId="871914778" sldId="2076136813"/>
            <ac:spMk id="57" creationId="{722E7CFF-9B6D-4DC0-A2F8-43A1C6B5DCAB}"/>
          </ac:spMkLst>
        </pc:spChg>
        <pc:spChg chg="del">
          <ac:chgData name="영욱 김" userId="6ad1e3ca-699d-4e83-b590-3f083b3f3332" providerId="ADAL" clId="{E0CF44B6-9F44-2C45-BC4A-03020203D532}" dt="2022-09-18T15:47:01.924" v="334" actId="478"/>
          <ac:spMkLst>
            <pc:docMk/>
            <pc:sldMk cId="871914778" sldId="2076136813"/>
            <ac:spMk id="58" creationId="{6233D204-D17F-4CF4-963B-29CE84E28F3B}"/>
          </ac:spMkLst>
        </pc:spChg>
        <pc:spChg chg="del">
          <ac:chgData name="영욱 김" userId="6ad1e3ca-699d-4e83-b590-3f083b3f3332" providerId="ADAL" clId="{E0CF44B6-9F44-2C45-BC4A-03020203D532}" dt="2022-09-18T15:47:01.924" v="334" actId="478"/>
          <ac:spMkLst>
            <pc:docMk/>
            <pc:sldMk cId="871914778" sldId="2076136813"/>
            <ac:spMk id="59" creationId="{004737AC-BB3D-4C1B-909B-A23FB319A5B9}"/>
          </ac:spMkLst>
        </pc:spChg>
        <pc:spChg chg="del">
          <ac:chgData name="영욱 김" userId="6ad1e3ca-699d-4e83-b590-3f083b3f3332" providerId="ADAL" clId="{E0CF44B6-9F44-2C45-BC4A-03020203D532}" dt="2022-09-18T15:47:01.924" v="334" actId="478"/>
          <ac:spMkLst>
            <pc:docMk/>
            <pc:sldMk cId="871914778" sldId="2076136813"/>
            <ac:spMk id="60" creationId="{FA945D01-9C37-4A5B-80E1-0E9253F1ABFD}"/>
          </ac:spMkLst>
        </pc:spChg>
        <pc:spChg chg="del">
          <ac:chgData name="영욱 김" userId="6ad1e3ca-699d-4e83-b590-3f083b3f3332" providerId="ADAL" clId="{E0CF44B6-9F44-2C45-BC4A-03020203D532}" dt="2022-09-18T15:47:01.924" v="334" actId="478"/>
          <ac:spMkLst>
            <pc:docMk/>
            <pc:sldMk cId="871914778" sldId="2076136813"/>
            <ac:spMk id="64" creationId="{66DF7665-BC6F-4E5A-8674-2BBF4D147C71}"/>
          </ac:spMkLst>
        </pc:spChg>
        <pc:spChg chg="del">
          <ac:chgData name="영욱 김" userId="6ad1e3ca-699d-4e83-b590-3f083b3f3332" providerId="ADAL" clId="{E0CF44B6-9F44-2C45-BC4A-03020203D532}" dt="2022-09-18T15:47:01.924" v="334" actId="478"/>
          <ac:spMkLst>
            <pc:docMk/>
            <pc:sldMk cId="871914778" sldId="2076136813"/>
            <ac:spMk id="66" creationId="{5AB5EA23-2AA7-4A96-945C-B6333FC53DF6}"/>
          </ac:spMkLst>
        </pc:spChg>
        <pc:spChg chg="del">
          <ac:chgData name="영욱 김" userId="6ad1e3ca-699d-4e83-b590-3f083b3f3332" providerId="ADAL" clId="{E0CF44B6-9F44-2C45-BC4A-03020203D532}" dt="2022-09-18T15:47:01.924" v="334" actId="478"/>
          <ac:spMkLst>
            <pc:docMk/>
            <pc:sldMk cId="871914778" sldId="2076136813"/>
            <ac:spMk id="67" creationId="{133F34C2-C8A1-4DD7-AF30-56A91F5DFC05}"/>
          </ac:spMkLst>
        </pc:spChg>
        <pc:grpChg chg="del">
          <ac:chgData name="영욱 김" userId="6ad1e3ca-699d-4e83-b590-3f083b3f3332" providerId="ADAL" clId="{E0CF44B6-9F44-2C45-BC4A-03020203D532}" dt="2022-09-18T15:47:01.924" v="334" actId="478"/>
          <ac:grpSpMkLst>
            <pc:docMk/>
            <pc:sldMk cId="871914778" sldId="2076136813"/>
            <ac:grpSpMk id="61" creationId="{E012952B-798C-4742-8846-E2B46A0317E8}"/>
          </ac:grpSpMkLst>
        </pc:grpChg>
        <pc:picChg chg="add del mod">
          <ac:chgData name="영욱 김" userId="6ad1e3ca-699d-4e83-b590-3f083b3f3332" providerId="ADAL" clId="{E0CF44B6-9F44-2C45-BC4A-03020203D532}" dt="2022-09-20T15:55:04.041" v="475" actId="478"/>
          <ac:picMkLst>
            <pc:docMk/>
            <pc:sldMk cId="871914778" sldId="2076136813"/>
            <ac:picMk id="2" creationId="{BBE2D27D-45AD-1D3E-ADCC-70EE48DC078D}"/>
          </ac:picMkLst>
        </pc:picChg>
        <pc:picChg chg="del">
          <ac:chgData name="영욱 김" userId="6ad1e3ca-699d-4e83-b590-3f083b3f3332" providerId="ADAL" clId="{E0CF44B6-9F44-2C45-BC4A-03020203D532}" dt="2022-09-18T15:47:01.924" v="334" actId="478"/>
          <ac:picMkLst>
            <pc:docMk/>
            <pc:sldMk cId="871914778" sldId="2076136813"/>
            <ac:picMk id="65" creationId="{E7D62E2F-8157-482E-A634-D24B11E08FAD}"/>
          </ac:picMkLst>
        </pc:picChg>
        <pc:picChg chg="add mod">
          <ac:chgData name="영욱 김" userId="6ad1e3ca-699d-4e83-b590-3f083b3f3332" providerId="ADAL" clId="{E0CF44B6-9F44-2C45-BC4A-03020203D532}" dt="2022-09-20T15:55:12.414" v="478" actId="1076"/>
          <ac:picMkLst>
            <pc:docMk/>
            <pc:sldMk cId="871914778" sldId="2076136813"/>
            <ac:picMk id="1026" creationId="{5D6C8A58-B5D2-A44D-013B-5CF3CE8987EC}"/>
          </ac:picMkLst>
        </pc:picChg>
      </pc:sldChg>
      <pc:sldChg chg="addSp delSp modSp new mod">
        <pc:chgData name="영욱 김" userId="6ad1e3ca-699d-4e83-b590-3f083b3f3332" providerId="ADAL" clId="{E0CF44B6-9F44-2C45-BC4A-03020203D532}" dt="2022-09-18T16:31:21.672" v="384" actId="1076"/>
        <pc:sldMkLst>
          <pc:docMk/>
          <pc:sldMk cId="429829029" sldId="2076136814"/>
        </pc:sldMkLst>
        <pc:spChg chg="del">
          <ac:chgData name="영욱 김" userId="6ad1e3ca-699d-4e83-b590-3f083b3f3332" providerId="ADAL" clId="{E0CF44B6-9F44-2C45-BC4A-03020203D532}" dt="2022-09-18T16:31:18.030" v="382" actId="478"/>
          <ac:spMkLst>
            <pc:docMk/>
            <pc:sldMk cId="429829029" sldId="2076136814"/>
            <ac:spMk id="2" creationId="{A0C77047-735F-6E2C-E93D-6DEDD6AD4FAB}"/>
          </ac:spMkLst>
        </pc:spChg>
        <pc:spChg chg="del">
          <ac:chgData name="영욱 김" userId="6ad1e3ca-699d-4e83-b590-3f083b3f3332" providerId="ADAL" clId="{E0CF44B6-9F44-2C45-BC4A-03020203D532}" dt="2022-09-18T16:31:18.030" v="382" actId="478"/>
          <ac:spMkLst>
            <pc:docMk/>
            <pc:sldMk cId="429829029" sldId="2076136814"/>
            <ac:spMk id="3" creationId="{2D589165-FF60-FB98-3B62-4F0DE839EE05}"/>
          </ac:spMkLst>
        </pc:spChg>
        <pc:spChg chg="del">
          <ac:chgData name="영욱 김" userId="6ad1e3ca-699d-4e83-b590-3f083b3f3332" providerId="ADAL" clId="{E0CF44B6-9F44-2C45-BC4A-03020203D532}" dt="2022-09-18T16:31:18.030" v="382" actId="478"/>
          <ac:spMkLst>
            <pc:docMk/>
            <pc:sldMk cId="429829029" sldId="2076136814"/>
            <ac:spMk id="4" creationId="{95C504D1-0133-466A-824D-D6E70CB0CBD9}"/>
          </ac:spMkLst>
        </pc:spChg>
        <pc:picChg chg="add mod">
          <ac:chgData name="영욱 김" userId="6ad1e3ca-699d-4e83-b590-3f083b3f3332" providerId="ADAL" clId="{E0CF44B6-9F44-2C45-BC4A-03020203D532}" dt="2022-09-18T16:31:21.672" v="384" actId="1076"/>
          <ac:picMkLst>
            <pc:docMk/>
            <pc:sldMk cId="429829029" sldId="2076136814"/>
            <ac:picMk id="5" creationId="{E5CBA4E6-E842-6716-769F-045CA2ED92CA}"/>
          </ac:picMkLst>
        </pc:picChg>
      </pc:sldChg>
      <pc:sldChg chg="add">
        <pc:chgData name="영욱 김" userId="6ad1e3ca-699d-4e83-b590-3f083b3f3332" providerId="ADAL" clId="{E0CF44B6-9F44-2C45-BC4A-03020203D532}" dt="2022-09-20T00:44:46.056" v="415"/>
        <pc:sldMkLst>
          <pc:docMk/>
          <pc:sldMk cId="206488490" sldId="2076136815"/>
        </pc:sldMkLst>
      </pc:sldChg>
      <pc:sldChg chg="add del">
        <pc:chgData name="영욱 김" userId="6ad1e3ca-699d-4e83-b590-3f083b3f3332" providerId="ADAL" clId="{E0CF44B6-9F44-2C45-BC4A-03020203D532}" dt="2022-09-20T00:45:27.147" v="417" actId="2696"/>
        <pc:sldMkLst>
          <pc:docMk/>
          <pc:sldMk cId="4000113508" sldId="2076136816"/>
        </pc:sldMkLst>
      </pc:sldChg>
      <pc:sldChg chg="add del">
        <pc:chgData name="영욱 김" userId="6ad1e3ca-699d-4e83-b590-3f083b3f3332" providerId="ADAL" clId="{E0CF44B6-9F44-2C45-BC4A-03020203D532}" dt="2022-09-20T00:45:32.673" v="418" actId="2696"/>
        <pc:sldMkLst>
          <pc:docMk/>
          <pc:sldMk cId="2737099385" sldId="2076136817"/>
        </pc:sldMkLst>
      </pc:sldChg>
      <pc:sldChg chg="add">
        <pc:chgData name="영욱 김" userId="6ad1e3ca-699d-4e83-b590-3f083b3f3332" providerId="ADAL" clId="{E0CF44B6-9F44-2C45-BC4A-03020203D532}" dt="2022-09-20T00:44:46.056" v="415"/>
        <pc:sldMkLst>
          <pc:docMk/>
          <pc:sldMk cId="2796985486" sldId="2076136818"/>
        </pc:sldMkLst>
      </pc:sldChg>
      <pc:sldChg chg="add del">
        <pc:chgData name="영욱 김" userId="6ad1e3ca-699d-4e83-b590-3f083b3f3332" providerId="ADAL" clId="{E0CF44B6-9F44-2C45-BC4A-03020203D532}" dt="2022-09-20T00:45:44.425" v="419" actId="2696"/>
        <pc:sldMkLst>
          <pc:docMk/>
          <pc:sldMk cId="1288624681" sldId="2076136819"/>
        </pc:sldMkLst>
      </pc:sldChg>
      <pc:sldChg chg="add">
        <pc:chgData name="영욱 김" userId="6ad1e3ca-699d-4e83-b590-3f083b3f3332" providerId="ADAL" clId="{E0CF44B6-9F44-2C45-BC4A-03020203D532}" dt="2022-09-20T00:45:09.361" v="416"/>
        <pc:sldMkLst>
          <pc:docMk/>
          <pc:sldMk cId="2174327491" sldId="2076136820"/>
        </pc:sldMkLst>
      </pc:sldChg>
      <pc:sldChg chg="add">
        <pc:chgData name="영욱 김" userId="6ad1e3ca-699d-4e83-b590-3f083b3f3332" providerId="ADAL" clId="{E0CF44B6-9F44-2C45-BC4A-03020203D532}" dt="2022-09-20T00:45:09.361" v="416"/>
        <pc:sldMkLst>
          <pc:docMk/>
          <pc:sldMk cId="3361182413" sldId="2076136821"/>
        </pc:sldMkLst>
      </pc:sldChg>
      <pc:sldChg chg="modSp add mod">
        <pc:chgData name="영욱 김" userId="6ad1e3ca-699d-4e83-b590-3f083b3f3332" providerId="ADAL" clId="{E0CF44B6-9F44-2C45-BC4A-03020203D532}" dt="2022-09-20T00:46:08.405" v="470" actId="20577"/>
        <pc:sldMkLst>
          <pc:docMk/>
          <pc:sldMk cId="2883714385" sldId="2076136822"/>
        </pc:sldMkLst>
        <pc:spChg chg="mod">
          <ac:chgData name="영욱 김" userId="6ad1e3ca-699d-4e83-b590-3f083b3f3332" providerId="ADAL" clId="{E0CF44B6-9F44-2C45-BC4A-03020203D532}" dt="2022-09-20T00:46:08.405" v="470" actId="20577"/>
          <ac:spMkLst>
            <pc:docMk/>
            <pc:sldMk cId="2883714385" sldId="2076136822"/>
            <ac:spMk id="5" creationId="{86EF36D9-41B5-0D4F-B112-66548CF4C39C}"/>
          </ac:spMkLst>
        </pc:spChg>
      </pc:sldChg>
      <pc:sldMasterChg chg="delSldLayout modSldLayout">
        <pc:chgData name="영욱 김" userId="6ad1e3ca-699d-4e83-b590-3f083b3f3332" providerId="ADAL" clId="{E0CF44B6-9F44-2C45-BC4A-03020203D532}" dt="2022-09-20T01:08:58.833" v="474" actId="2696"/>
        <pc:sldMasterMkLst>
          <pc:docMk/>
          <pc:sldMasterMk cId="2520014717" sldId="2147483648"/>
        </pc:sldMasterMkLst>
        <pc:sldLayoutChg chg="delSp mod">
          <pc:chgData name="영욱 김" userId="6ad1e3ca-699d-4e83-b590-3f083b3f3332" providerId="ADAL" clId="{E0CF44B6-9F44-2C45-BC4A-03020203D532}" dt="2022-09-18T16:40:37.243" v="407" actId="478"/>
          <pc:sldLayoutMkLst>
            <pc:docMk/>
            <pc:sldMasterMk cId="2520014717" sldId="2147483648"/>
            <pc:sldLayoutMk cId="3302354776" sldId="2147483695"/>
          </pc:sldLayoutMkLst>
          <pc:picChg chg="del">
            <ac:chgData name="영욱 김" userId="6ad1e3ca-699d-4e83-b590-3f083b3f3332" providerId="ADAL" clId="{E0CF44B6-9F44-2C45-BC4A-03020203D532}" dt="2022-09-18T16:40:37.243" v="407" actId="478"/>
            <ac:picMkLst>
              <pc:docMk/>
              <pc:sldMasterMk cId="2520014717" sldId="2147483648"/>
              <pc:sldLayoutMk cId="3302354776" sldId="2147483695"/>
              <ac:picMk id="8" creationId="{B6F5733F-0B59-4373-9F81-11AD2751A3D3}"/>
            </ac:picMkLst>
          </pc:picChg>
          <pc:picChg chg="del">
            <ac:chgData name="영욱 김" userId="6ad1e3ca-699d-4e83-b590-3f083b3f3332" providerId="ADAL" clId="{E0CF44B6-9F44-2C45-BC4A-03020203D532}" dt="2022-09-18T16:40:37.243" v="407" actId="478"/>
            <ac:picMkLst>
              <pc:docMk/>
              <pc:sldMasterMk cId="2520014717" sldId="2147483648"/>
              <pc:sldLayoutMk cId="3302354776" sldId="2147483695"/>
              <ac:picMk id="9" creationId="{79AEDF79-EB0E-442D-8090-F781D59B156A}"/>
            </ac:picMkLst>
          </pc:picChg>
        </pc:sldLayoutChg>
        <pc:sldLayoutChg chg="del">
          <pc:chgData name="영욱 김" userId="6ad1e3ca-699d-4e83-b590-3f083b3f3332" providerId="ADAL" clId="{E0CF44B6-9F44-2C45-BC4A-03020203D532}" dt="2022-09-20T01:08:58.833" v="474" actId="2696"/>
          <pc:sldLayoutMkLst>
            <pc:docMk/>
            <pc:sldMasterMk cId="2520014717" sldId="2147483648"/>
            <pc:sldLayoutMk cId="1405422082" sldId="2147483700"/>
          </pc:sldLayoutMkLst>
        </pc:sldLayoutChg>
      </pc:sldMasterChg>
    </pc:docChg>
  </pc:docChgLst>
  <pc:docChgLst>
    <pc:chgData name="영욱 김" userId="6ad1e3ca-699d-4e83-b590-3f083b3f3332" providerId="ADAL" clId="{2CB59309-88A8-7645-9A55-9E89103CCD41}"/>
    <pc:docChg chg="undo custSel addSld delSld modSld">
      <pc:chgData name="영욱 김" userId="6ad1e3ca-699d-4e83-b590-3f083b3f3332" providerId="ADAL" clId="{2CB59309-88A8-7645-9A55-9E89103CCD41}" dt="2022-12-17T18:16:51.269" v="530" actId="20577"/>
      <pc:docMkLst>
        <pc:docMk/>
      </pc:docMkLst>
      <pc:sldChg chg="modSp mod">
        <pc:chgData name="영욱 김" userId="6ad1e3ca-699d-4e83-b590-3f083b3f3332" providerId="ADAL" clId="{2CB59309-88A8-7645-9A55-9E89103CCD41}" dt="2022-12-17T18:02:44.626" v="96" actId="20577"/>
        <pc:sldMkLst>
          <pc:docMk/>
          <pc:sldMk cId="3402051572" sldId="258"/>
        </pc:sldMkLst>
        <pc:spChg chg="mod">
          <ac:chgData name="영욱 김" userId="6ad1e3ca-699d-4e83-b590-3f083b3f3332" providerId="ADAL" clId="{2CB59309-88A8-7645-9A55-9E89103CCD41}" dt="2022-12-17T18:02:44.626" v="96" actId="20577"/>
          <ac:spMkLst>
            <pc:docMk/>
            <pc:sldMk cId="3402051572" sldId="258"/>
            <ac:spMk id="5" creationId="{86EF36D9-41B5-0D4F-B112-66548CF4C39C}"/>
          </ac:spMkLst>
        </pc:spChg>
      </pc:sldChg>
      <pc:sldChg chg="addSp delSp modSp mod">
        <pc:chgData name="영욱 김" userId="6ad1e3ca-699d-4e83-b590-3f083b3f3332" providerId="ADAL" clId="{2CB59309-88A8-7645-9A55-9E89103CCD41}" dt="2022-12-17T18:08:28.545" v="276" actId="20577"/>
        <pc:sldMkLst>
          <pc:docMk/>
          <pc:sldMk cId="2889706060" sldId="259"/>
        </pc:sldMkLst>
        <pc:spChg chg="mod">
          <ac:chgData name="영욱 김" userId="6ad1e3ca-699d-4e83-b590-3f083b3f3332" providerId="ADAL" clId="{2CB59309-88A8-7645-9A55-9E89103CCD41}" dt="2022-12-17T18:08:28.545" v="276" actId="20577"/>
          <ac:spMkLst>
            <pc:docMk/>
            <pc:sldMk cId="2889706060" sldId="259"/>
            <ac:spMk id="2" creationId="{A3B83649-453D-39E9-2710-4FA6C12827B0}"/>
          </ac:spMkLst>
        </pc:spChg>
        <pc:spChg chg="add del">
          <ac:chgData name="영욱 김" userId="6ad1e3ca-699d-4e83-b590-3f083b3f3332" providerId="ADAL" clId="{2CB59309-88A8-7645-9A55-9E89103CCD41}" dt="2022-12-17T18:02:54.806" v="98" actId="22"/>
          <ac:spMkLst>
            <pc:docMk/>
            <pc:sldMk cId="2889706060" sldId="259"/>
            <ac:spMk id="4" creationId="{B8A2DCAB-35CB-B6A6-C510-82E9062E8EB0}"/>
          </ac:spMkLst>
        </pc:spChg>
        <pc:picChg chg="mod">
          <ac:chgData name="영욱 김" userId="6ad1e3ca-699d-4e83-b590-3f083b3f3332" providerId="ADAL" clId="{2CB59309-88A8-7645-9A55-9E89103CCD41}" dt="2022-12-17T18:07:17.417" v="233"/>
          <ac:picMkLst>
            <pc:docMk/>
            <pc:sldMk cId="2889706060" sldId="259"/>
            <ac:picMk id="1026" creationId="{AB2420E5-18D6-78E8-6E22-91B9A5CC776A}"/>
          </ac:picMkLst>
        </pc:picChg>
      </pc:sldChg>
      <pc:sldChg chg="del">
        <pc:chgData name="영욱 김" userId="6ad1e3ca-699d-4e83-b590-3f083b3f3332" providerId="ADAL" clId="{2CB59309-88A8-7645-9A55-9E89103CCD41}" dt="2022-12-17T16:40:05.785" v="0" actId="2696"/>
        <pc:sldMkLst>
          <pc:docMk/>
          <pc:sldMk cId="117699191" sldId="315"/>
        </pc:sldMkLst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4282942544" sldId="318"/>
        </pc:sldMkLst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2153969477" sldId="324"/>
        </pc:sldMkLst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927950740" sldId="325"/>
        </pc:sldMkLst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4184353667" sldId="326"/>
        </pc:sldMkLst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4141758947" sldId="327"/>
        </pc:sldMkLst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399373453" sldId="328"/>
        </pc:sldMkLst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1983608639" sldId="352"/>
        </pc:sldMkLst>
      </pc:sldChg>
      <pc:sldChg chg="del">
        <pc:chgData name="영욱 김" userId="6ad1e3ca-699d-4e83-b590-3f083b3f3332" providerId="ADAL" clId="{2CB59309-88A8-7645-9A55-9E89103CCD41}" dt="2022-12-17T16:40:27.996" v="1" actId="2696"/>
        <pc:sldMkLst>
          <pc:docMk/>
          <pc:sldMk cId="2391782759" sldId="495"/>
        </pc:sldMkLst>
      </pc:sldChg>
      <pc:sldChg chg="add del">
        <pc:chgData name="영욱 김" userId="6ad1e3ca-699d-4e83-b590-3f083b3f3332" providerId="ADAL" clId="{2CB59309-88A8-7645-9A55-9E89103CCD41}" dt="2022-12-17T18:13:23.824" v="390"/>
        <pc:sldMkLst>
          <pc:docMk/>
          <pc:sldMk cId="2961506866" sldId="1729"/>
        </pc:sldMkLst>
      </pc:sldChg>
      <pc:sldChg chg="add del">
        <pc:chgData name="영욱 김" userId="6ad1e3ca-699d-4e83-b590-3f083b3f3332" providerId="ADAL" clId="{2CB59309-88A8-7645-9A55-9E89103CCD41}" dt="2022-12-17T18:13:23.824" v="390"/>
        <pc:sldMkLst>
          <pc:docMk/>
          <pc:sldMk cId="1815193936" sldId="1792"/>
        </pc:sldMkLst>
      </pc:sldChg>
      <pc:sldChg chg="add del">
        <pc:chgData name="영욱 김" userId="6ad1e3ca-699d-4e83-b590-3f083b3f3332" providerId="ADAL" clId="{2CB59309-88A8-7645-9A55-9E89103CCD41}" dt="2022-12-17T18:11:48.221" v="344"/>
        <pc:sldMkLst>
          <pc:docMk/>
          <pc:sldMk cId="820348594" sldId="1836"/>
        </pc:sldMkLst>
      </pc:sldChg>
      <pc:sldChg chg="add del">
        <pc:chgData name="영욱 김" userId="6ad1e3ca-699d-4e83-b590-3f083b3f3332" providerId="ADAL" clId="{2CB59309-88A8-7645-9A55-9E89103CCD41}" dt="2022-12-17T18:11:48.221" v="344"/>
        <pc:sldMkLst>
          <pc:docMk/>
          <pc:sldMk cId="1079604497" sldId="1838"/>
        </pc:sldMkLst>
      </pc:sldChg>
      <pc:sldChg chg="add del">
        <pc:chgData name="영욱 김" userId="6ad1e3ca-699d-4e83-b590-3f083b3f3332" providerId="ADAL" clId="{2CB59309-88A8-7645-9A55-9E89103CCD41}" dt="2022-12-17T18:11:48.221" v="344"/>
        <pc:sldMkLst>
          <pc:docMk/>
          <pc:sldMk cId="1759241916" sldId="1839"/>
        </pc:sldMkLst>
      </pc:sldChg>
      <pc:sldChg chg="add del">
        <pc:chgData name="영욱 김" userId="6ad1e3ca-699d-4e83-b590-3f083b3f3332" providerId="ADAL" clId="{2CB59309-88A8-7645-9A55-9E89103CCD41}" dt="2022-12-17T18:11:48.221" v="344"/>
        <pc:sldMkLst>
          <pc:docMk/>
          <pc:sldMk cId="297414917" sldId="1841"/>
        </pc:sldMkLst>
      </pc:sldChg>
      <pc:sldChg chg="add del">
        <pc:chgData name="영욱 김" userId="6ad1e3ca-699d-4e83-b590-3f083b3f3332" providerId="ADAL" clId="{2CB59309-88A8-7645-9A55-9E89103CCD41}" dt="2022-12-17T18:11:48.221" v="344"/>
        <pc:sldMkLst>
          <pc:docMk/>
          <pc:sldMk cId="403033354" sldId="1842"/>
        </pc:sldMkLst>
      </pc:sldChg>
      <pc:sldChg chg="add del">
        <pc:chgData name="영욱 김" userId="6ad1e3ca-699d-4e83-b590-3f083b3f3332" providerId="ADAL" clId="{2CB59309-88A8-7645-9A55-9E89103CCD41}" dt="2022-12-17T18:11:48.221" v="344"/>
        <pc:sldMkLst>
          <pc:docMk/>
          <pc:sldMk cId="2336872636" sldId="1843"/>
        </pc:sldMkLst>
      </pc:sldChg>
      <pc:sldChg chg="add del">
        <pc:chgData name="영욱 김" userId="6ad1e3ca-699d-4e83-b590-3f083b3f3332" providerId="ADAL" clId="{2CB59309-88A8-7645-9A55-9E89103CCD41}" dt="2022-12-17T18:11:48.221" v="344"/>
        <pc:sldMkLst>
          <pc:docMk/>
          <pc:sldMk cId="1754283370" sldId="1845"/>
        </pc:sldMkLst>
      </pc:sldChg>
      <pc:sldChg chg="add del">
        <pc:chgData name="영욱 김" userId="6ad1e3ca-699d-4e83-b590-3f083b3f3332" providerId="ADAL" clId="{2CB59309-88A8-7645-9A55-9E89103CCD41}" dt="2022-12-17T18:13:23.824" v="390"/>
        <pc:sldMkLst>
          <pc:docMk/>
          <pc:sldMk cId="2122729726" sldId="1849"/>
        </pc:sldMkLst>
      </pc:sldChg>
      <pc:sldChg chg="add del">
        <pc:chgData name="영욱 김" userId="6ad1e3ca-699d-4e83-b590-3f083b3f3332" providerId="ADAL" clId="{2CB59309-88A8-7645-9A55-9E89103CCD41}" dt="2022-12-17T18:13:23.824" v="390"/>
        <pc:sldMkLst>
          <pc:docMk/>
          <pc:sldMk cId="3218816591" sldId="1850"/>
        </pc:sldMkLst>
      </pc:sldChg>
      <pc:sldChg chg="add del">
        <pc:chgData name="영욱 김" userId="6ad1e3ca-699d-4e83-b590-3f083b3f3332" providerId="ADAL" clId="{2CB59309-88A8-7645-9A55-9E89103CCD41}" dt="2022-12-17T18:13:23.824" v="390"/>
        <pc:sldMkLst>
          <pc:docMk/>
          <pc:sldMk cId="1338397849" sldId="1851"/>
        </pc:sldMkLst>
      </pc:sldChg>
      <pc:sldChg chg="add del">
        <pc:chgData name="영욱 김" userId="6ad1e3ca-699d-4e83-b590-3f083b3f3332" providerId="ADAL" clId="{2CB59309-88A8-7645-9A55-9E89103CCD41}" dt="2022-12-17T18:13:23.824" v="390"/>
        <pc:sldMkLst>
          <pc:docMk/>
          <pc:sldMk cId="2353661047" sldId="1852"/>
        </pc:sldMkLst>
      </pc:sldChg>
      <pc:sldChg chg="add">
        <pc:chgData name="영욱 김" userId="6ad1e3ca-699d-4e83-b590-3f083b3f3332" providerId="ADAL" clId="{2CB59309-88A8-7645-9A55-9E89103CCD41}" dt="2022-12-17T18:14:04.973" v="391"/>
        <pc:sldMkLst>
          <pc:docMk/>
          <pc:sldMk cId="799082167" sldId="1859"/>
        </pc:sldMkLst>
      </pc:sldChg>
      <pc:sldChg chg="add">
        <pc:chgData name="영욱 김" userId="6ad1e3ca-699d-4e83-b590-3f083b3f3332" providerId="ADAL" clId="{2CB59309-88A8-7645-9A55-9E89103CCD41}" dt="2022-12-17T18:14:04.973" v="391"/>
        <pc:sldMkLst>
          <pc:docMk/>
          <pc:sldMk cId="3965951338" sldId="1860"/>
        </pc:sldMkLst>
      </pc:sldChg>
      <pc:sldChg chg="add">
        <pc:chgData name="영욱 김" userId="6ad1e3ca-699d-4e83-b590-3f083b3f3332" providerId="ADAL" clId="{2CB59309-88A8-7645-9A55-9E89103CCD41}" dt="2022-12-17T18:14:04.973" v="391"/>
        <pc:sldMkLst>
          <pc:docMk/>
          <pc:sldMk cId="1181008272" sldId="1861"/>
        </pc:sldMkLst>
      </pc:sldChg>
      <pc:sldChg chg="add">
        <pc:chgData name="영욱 김" userId="6ad1e3ca-699d-4e83-b590-3f083b3f3332" providerId="ADAL" clId="{2CB59309-88A8-7645-9A55-9E89103CCD41}" dt="2022-12-17T18:14:04.973" v="391"/>
        <pc:sldMkLst>
          <pc:docMk/>
          <pc:sldMk cId="4038264591" sldId="1862"/>
        </pc:sldMkLst>
      </pc:sldChg>
      <pc:sldChg chg="add">
        <pc:chgData name="영욱 김" userId="6ad1e3ca-699d-4e83-b590-3f083b3f3332" providerId="ADAL" clId="{2CB59309-88A8-7645-9A55-9E89103CCD41}" dt="2022-12-17T18:14:04.973" v="391"/>
        <pc:sldMkLst>
          <pc:docMk/>
          <pc:sldMk cId="1355641884" sldId="1863"/>
        </pc:sldMkLst>
      </pc:sldChg>
      <pc:sldChg chg="add">
        <pc:chgData name="영욱 김" userId="6ad1e3ca-699d-4e83-b590-3f083b3f3332" providerId="ADAL" clId="{2CB59309-88A8-7645-9A55-9E89103CCD41}" dt="2022-12-17T18:05:21.512" v="140"/>
        <pc:sldMkLst>
          <pc:docMk/>
          <pc:sldMk cId="1360663179" sldId="1866"/>
        </pc:sldMkLst>
      </pc:sldChg>
      <pc:sldChg chg="add">
        <pc:chgData name="영욱 김" userId="6ad1e3ca-699d-4e83-b590-3f083b3f3332" providerId="ADAL" clId="{2CB59309-88A8-7645-9A55-9E89103CCD41}" dt="2022-12-17T18:05:21.512" v="140"/>
        <pc:sldMkLst>
          <pc:docMk/>
          <pc:sldMk cId="880436157" sldId="1933"/>
        </pc:sldMkLst>
      </pc:sldChg>
      <pc:sldChg chg="add">
        <pc:chgData name="영욱 김" userId="6ad1e3ca-699d-4e83-b590-3f083b3f3332" providerId="ADAL" clId="{2CB59309-88A8-7645-9A55-9E89103CCD41}" dt="2022-12-17T18:05:21.512" v="140"/>
        <pc:sldMkLst>
          <pc:docMk/>
          <pc:sldMk cId="1375726647" sldId="1937"/>
        </pc:sldMkLst>
      </pc:sldChg>
      <pc:sldChg chg="add del">
        <pc:chgData name="영욱 김" userId="6ad1e3ca-699d-4e83-b590-3f083b3f3332" providerId="ADAL" clId="{2CB59309-88A8-7645-9A55-9E89103CCD41}" dt="2022-12-17T18:11:48.221" v="344"/>
        <pc:sldMkLst>
          <pc:docMk/>
          <pc:sldMk cId="3463333485" sldId="1938"/>
        </pc:sldMkLst>
      </pc:sldChg>
      <pc:sldChg chg="add">
        <pc:chgData name="영욱 김" userId="6ad1e3ca-699d-4e83-b590-3f083b3f3332" providerId="ADAL" clId="{2CB59309-88A8-7645-9A55-9E89103CCD41}" dt="2022-12-17T18:05:51.889" v="141"/>
        <pc:sldMkLst>
          <pc:docMk/>
          <pc:sldMk cId="3804126347" sldId="1939"/>
        </pc:sldMkLst>
      </pc:sldChg>
      <pc:sldChg chg="add del">
        <pc:chgData name="영욱 김" userId="6ad1e3ca-699d-4e83-b590-3f083b3f3332" providerId="ADAL" clId="{2CB59309-88A8-7645-9A55-9E89103CCD41}" dt="2022-12-17T18:13:23.824" v="390"/>
        <pc:sldMkLst>
          <pc:docMk/>
          <pc:sldMk cId="1642576649" sldId="1940"/>
        </pc:sldMkLst>
      </pc:sldChg>
      <pc:sldChg chg="add">
        <pc:chgData name="영욱 김" userId="6ad1e3ca-699d-4e83-b590-3f083b3f3332" providerId="ADAL" clId="{2CB59309-88A8-7645-9A55-9E89103CCD41}" dt="2022-12-17T18:14:04.973" v="391"/>
        <pc:sldMkLst>
          <pc:docMk/>
          <pc:sldMk cId="2610542351" sldId="1942"/>
        </pc:sldMkLst>
      </pc:sldChg>
      <pc:sldChg chg="add">
        <pc:chgData name="영욱 김" userId="6ad1e3ca-699d-4e83-b590-3f083b3f3332" providerId="ADAL" clId="{2CB59309-88A8-7645-9A55-9E89103CCD41}" dt="2022-12-17T18:05:51.889" v="141"/>
        <pc:sldMkLst>
          <pc:docMk/>
          <pc:sldMk cId="1331153831" sldId="1949"/>
        </pc:sldMkLst>
      </pc:sldChg>
      <pc:sldChg chg="add">
        <pc:chgData name="영욱 김" userId="6ad1e3ca-699d-4e83-b590-3f083b3f3332" providerId="ADAL" clId="{2CB59309-88A8-7645-9A55-9E89103CCD41}" dt="2022-12-17T18:04:44.979" v="139"/>
        <pc:sldMkLst>
          <pc:docMk/>
          <pc:sldMk cId="3133054815" sldId="1979"/>
        </pc:sldMkLst>
      </pc:sldChg>
      <pc:sldChg chg="add">
        <pc:chgData name="영욱 김" userId="6ad1e3ca-699d-4e83-b590-3f083b3f3332" providerId="ADAL" clId="{2CB59309-88A8-7645-9A55-9E89103CCD41}" dt="2022-12-17T18:05:21.512" v="140"/>
        <pc:sldMkLst>
          <pc:docMk/>
          <pc:sldMk cId="1719335555" sldId="1980"/>
        </pc:sldMkLst>
      </pc:sldChg>
      <pc:sldChg chg="add">
        <pc:chgData name="영욱 김" userId="6ad1e3ca-699d-4e83-b590-3f083b3f3332" providerId="ADAL" clId="{2CB59309-88A8-7645-9A55-9E89103CCD41}" dt="2022-12-17T18:05:21.512" v="140"/>
        <pc:sldMkLst>
          <pc:docMk/>
          <pc:sldMk cId="3725116651" sldId="1981"/>
        </pc:sldMkLst>
      </pc:sldChg>
      <pc:sldChg chg="modSp add del mod">
        <pc:chgData name="영욱 김" userId="6ad1e3ca-699d-4e83-b590-3f083b3f3332" providerId="ADAL" clId="{2CB59309-88A8-7645-9A55-9E89103CCD41}" dt="2022-12-17T18:12:06.692" v="345" actId="2696"/>
        <pc:sldMkLst>
          <pc:docMk/>
          <pc:sldMk cId="335381939" sldId="1982"/>
        </pc:sldMkLst>
        <pc:spChg chg="mod">
          <ac:chgData name="영욱 김" userId="6ad1e3ca-699d-4e83-b590-3f083b3f3332" providerId="ADAL" clId="{2CB59309-88A8-7645-9A55-9E89103CCD41}" dt="2022-12-17T18:08:57.385" v="300" actId="1038"/>
          <ac:spMkLst>
            <pc:docMk/>
            <pc:sldMk cId="335381939" sldId="1982"/>
            <ac:spMk id="17" creationId="{00000000-0000-0000-0000-000000000000}"/>
          </ac:spMkLst>
        </pc:spChg>
      </pc:sldChg>
      <pc:sldChg chg="add del">
        <pc:chgData name="영욱 김" userId="6ad1e3ca-699d-4e83-b590-3f083b3f3332" providerId="ADAL" clId="{2CB59309-88A8-7645-9A55-9E89103CCD41}" dt="2022-12-17T18:09:11.486" v="301" actId="2696"/>
        <pc:sldMkLst>
          <pc:docMk/>
          <pc:sldMk cId="1973732519" sldId="1983"/>
        </pc:sldMkLst>
      </pc:sldChg>
      <pc:sldChg chg="add">
        <pc:chgData name="영욱 김" userId="6ad1e3ca-699d-4e83-b590-3f083b3f3332" providerId="ADAL" clId="{2CB59309-88A8-7645-9A55-9E89103CCD41}" dt="2022-12-17T18:05:51.889" v="141"/>
        <pc:sldMkLst>
          <pc:docMk/>
          <pc:sldMk cId="1643169710" sldId="2001"/>
        </pc:sldMkLst>
      </pc:sldChg>
      <pc:sldChg chg="add">
        <pc:chgData name="영욱 김" userId="6ad1e3ca-699d-4e83-b590-3f083b3f3332" providerId="ADAL" clId="{2CB59309-88A8-7645-9A55-9E89103CCD41}" dt="2022-12-17T18:05:51.889" v="141"/>
        <pc:sldMkLst>
          <pc:docMk/>
          <pc:sldMk cId="2800111450" sldId="2003"/>
        </pc:sldMkLst>
      </pc:sldChg>
      <pc:sldChg chg="modSp add del mod">
        <pc:chgData name="영욱 김" userId="6ad1e3ca-699d-4e83-b590-3f083b3f3332" providerId="ADAL" clId="{2CB59309-88A8-7645-9A55-9E89103CCD41}" dt="2022-12-17T18:03:27.488" v="138"/>
        <pc:sldMkLst>
          <pc:docMk/>
          <pc:sldMk cId="2887358141" sldId="2239"/>
        </pc:sldMkLst>
        <pc:spChg chg="mod">
          <ac:chgData name="영욱 김" userId="6ad1e3ca-699d-4e83-b590-3f083b3f3332" providerId="ADAL" clId="{2CB59309-88A8-7645-9A55-9E89103CCD41}" dt="2022-12-17T18:03:19.335" v="129" actId="1036"/>
          <ac:spMkLst>
            <pc:docMk/>
            <pc:sldMk cId="2887358141" sldId="2239"/>
            <ac:spMk id="2" creationId="{F2F34205-D43F-41C5-9664-6C084D7B0EAE}"/>
          </ac:spMkLst>
        </pc:spChg>
      </pc:sldChg>
      <pc:sldChg chg="modSp add del mod">
        <pc:chgData name="영욱 김" userId="6ad1e3ca-699d-4e83-b590-3f083b3f3332" providerId="ADAL" clId="{2CB59309-88A8-7645-9A55-9E89103CCD41}" dt="2022-12-17T18:03:27.488" v="138"/>
        <pc:sldMkLst>
          <pc:docMk/>
          <pc:sldMk cId="1320164363" sldId="2244"/>
        </pc:sldMkLst>
        <pc:spChg chg="mod">
          <ac:chgData name="영욱 김" userId="6ad1e3ca-699d-4e83-b590-3f083b3f3332" providerId="ADAL" clId="{2CB59309-88A8-7645-9A55-9E89103CCD41}" dt="2022-12-17T18:03:27.343" v="137"/>
          <ac:spMkLst>
            <pc:docMk/>
            <pc:sldMk cId="1320164363" sldId="2244"/>
            <ac:spMk id="17" creationId="{00000000-0000-0000-0000-000000000000}"/>
          </ac:spMkLst>
        </pc:spChg>
      </pc:sldChg>
      <pc:sldChg chg="modSp add del mod">
        <pc:chgData name="영욱 김" userId="6ad1e3ca-699d-4e83-b590-3f083b3f3332" providerId="ADAL" clId="{2CB59309-88A8-7645-9A55-9E89103CCD41}" dt="2022-12-17T18:03:27.488" v="138"/>
        <pc:sldMkLst>
          <pc:docMk/>
          <pc:sldMk cId="1792972221" sldId="2248"/>
        </pc:sldMkLst>
        <pc:spChg chg="mod">
          <ac:chgData name="영욱 김" userId="6ad1e3ca-699d-4e83-b590-3f083b3f3332" providerId="ADAL" clId="{2CB59309-88A8-7645-9A55-9E89103CCD41}" dt="2022-12-17T18:03:27.343" v="137"/>
          <ac:spMkLst>
            <pc:docMk/>
            <pc:sldMk cId="1792972221" sldId="2248"/>
            <ac:spMk id="17" creationId="{00000000-0000-0000-0000-000000000000}"/>
          </ac:spMkLst>
        </pc:spChg>
      </pc:sldChg>
      <pc:sldChg chg="modSp add del mod">
        <pc:chgData name="영욱 김" userId="6ad1e3ca-699d-4e83-b590-3f083b3f3332" providerId="ADAL" clId="{2CB59309-88A8-7645-9A55-9E89103CCD41}" dt="2022-12-17T18:03:27.488" v="138"/>
        <pc:sldMkLst>
          <pc:docMk/>
          <pc:sldMk cId="1271252385" sldId="2249"/>
        </pc:sldMkLst>
        <pc:spChg chg="mod">
          <ac:chgData name="영욱 김" userId="6ad1e3ca-699d-4e83-b590-3f083b3f3332" providerId="ADAL" clId="{2CB59309-88A8-7645-9A55-9E89103CCD41}" dt="2022-12-17T18:03:27.343" v="137"/>
          <ac:spMkLst>
            <pc:docMk/>
            <pc:sldMk cId="1271252385" sldId="2249"/>
            <ac:spMk id="17" creationId="{00000000-0000-0000-0000-000000000000}"/>
          </ac:spMkLst>
        </pc:spChg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3945581758" sldId="2975"/>
        </pc:sldMkLst>
      </pc:sldChg>
      <pc:sldChg chg="del">
        <pc:chgData name="영욱 김" userId="6ad1e3ca-699d-4e83-b590-3f083b3f3332" providerId="ADAL" clId="{2CB59309-88A8-7645-9A55-9E89103CCD41}" dt="2022-12-17T16:40:27.996" v="1" actId="2696"/>
        <pc:sldMkLst>
          <pc:docMk/>
          <pc:sldMk cId="1798778743" sldId="4454"/>
        </pc:sldMkLst>
      </pc:sldChg>
      <pc:sldChg chg="del">
        <pc:chgData name="영욱 김" userId="6ad1e3ca-699d-4e83-b590-3f083b3f3332" providerId="ADAL" clId="{2CB59309-88A8-7645-9A55-9E89103CCD41}" dt="2022-12-17T16:40:27.996" v="1" actId="2696"/>
        <pc:sldMkLst>
          <pc:docMk/>
          <pc:sldMk cId="2016604326" sldId="4456"/>
        </pc:sldMkLst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1119716931" sldId="2076136803"/>
        </pc:sldMkLst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387039301" sldId="2076136809"/>
        </pc:sldMkLst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3351828359" sldId="2076136811"/>
        </pc:sldMkLst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1441673668" sldId="2076136812"/>
        </pc:sldMkLst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871914778" sldId="2076136813"/>
        </pc:sldMkLst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429829029" sldId="2076136814"/>
        </pc:sldMkLst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206488490" sldId="2076136815"/>
        </pc:sldMkLst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2796985486" sldId="2076136818"/>
        </pc:sldMkLst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2174327491" sldId="2076136820"/>
        </pc:sldMkLst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3361182413" sldId="2076136821"/>
        </pc:sldMkLst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2883714385" sldId="2076136822"/>
        </pc:sldMkLst>
      </pc:sldChg>
      <pc:sldChg chg="modSp add mod">
        <pc:chgData name="영욱 김" userId="6ad1e3ca-699d-4e83-b590-3f083b3f3332" providerId="ADAL" clId="{2CB59309-88A8-7645-9A55-9E89103CCD41}" dt="2022-12-17T18:10:01.834" v="341" actId="20577"/>
        <pc:sldMkLst>
          <pc:docMk/>
          <pc:sldMk cId="3367296034" sldId="2076136823"/>
        </pc:sldMkLst>
        <pc:spChg chg="mod">
          <ac:chgData name="영욱 김" userId="6ad1e3ca-699d-4e83-b590-3f083b3f3332" providerId="ADAL" clId="{2CB59309-88A8-7645-9A55-9E89103CCD41}" dt="2022-12-17T18:10:01.834" v="341" actId="20577"/>
          <ac:spMkLst>
            <pc:docMk/>
            <pc:sldMk cId="3367296034" sldId="2076136823"/>
            <ac:spMk id="2" creationId="{A3B83649-453D-39E9-2710-4FA6C12827B0}"/>
          </ac:spMkLst>
        </pc:spChg>
      </pc:sldChg>
      <pc:sldChg chg="modSp add mod">
        <pc:chgData name="영욱 김" userId="6ad1e3ca-699d-4e83-b590-3f083b3f3332" providerId="ADAL" clId="{2CB59309-88A8-7645-9A55-9E89103CCD41}" dt="2022-12-17T18:16:51.269" v="530" actId="20577"/>
        <pc:sldMkLst>
          <pc:docMk/>
          <pc:sldMk cId="882486928" sldId="2076136824"/>
        </pc:sldMkLst>
        <pc:spChg chg="mod">
          <ac:chgData name="영욱 김" userId="6ad1e3ca-699d-4e83-b590-3f083b3f3332" providerId="ADAL" clId="{2CB59309-88A8-7645-9A55-9E89103CCD41}" dt="2022-12-17T18:16:51.269" v="530" actId="20577"/>
          <ac:spMkLst>
            <pc:docMk/>
            <pc:sldMk cId="882486928" sldId="2076136824"/>
            <ac:spMk id="2" creationId="{A3B83649-453D-39E9-2710-4FA6C12827B0}"/>
          </ac:spMkLst>
        </pc:spChg>
      </pc:sldChg>
      <pc:sldChg chg="add del">
        <pc:chgData name="영욱 김" userId="6ad1e3ca-699d-4e83-b590-3f083b3f3332" providerId="ADAL" clId="{2CB59309-88A8-7645-9A55-9E89103CCD41}" dt="2022-12-17T18:13:23.824" v="390"/>
        <pc:sldMkLst>
          <pc:docMk/>
          <pc:sldMk cId="1478809799" sldId="2076136825"/>
        </pc:sldMkLst>
      </pc:sldChg>
      <pc:sldChg chg="add del">
        <pc:chgData name="영욱 김" userId="6ad1e3ca-699d-4e83-b590-3f083b3f3332" providerId="ADAL" clId="{2CB59309-88A8-7645-9A55-9E89103CCD41}" dt="2022-12-17T18:15:15.132" v="428"/>
        <pc:sldMkLst>
          <pc:docMk/>
          <pc:sldMk cId="636377224" sldId="2076136826"/>
        </pc:sldMkLst>
      </pc:sldChg>
      <pc:sldChg chg="modSp add mod">
        <pc:chgData name="영욱 김" userId="6ad1e3ca-699d-4e83-b590-3f083b3f3332" providerId="ADAL" clId="{2CB59309-88A8-7645-9A55-9E89103CCD41}" dt="2022-12-17T18:16:09.285" v="467" actId="20577"/>
        <pc:sldMkLst>
          <pc:docMk/>
          <pc:sldMk cId="1194704935" sldId="2076136826"/>
        </pc:sldMkLst>
        <pc:spChg chg="mod">
          <ac:chgData name="영욱 김" userId="6ad1e3ca-699d-4e83-b590-3f083b3f3332" providerId="ADAL" clId="{2CB59309-88A8-7645-9A55-9E89103CCD41}" dt="2022-12-17T18:16:09.285" v="467" actId="20577"/>
          <ac:spMkLst>
            <pc:docMk/>
            <pc:sldMk cId="1194704935" sldId="2076136826"/>
            <ac:spMk id="2" creationId="{A3B83649-453D-39E9-2710-4FA6C12827B0}"/>
          </ac:spMkLst>
        </pc:spChg>
      </pc:sldChg>
      <pc:sldChg chg="add del">
        <pc:chgData name="영욱 김" userId="6ad1e3ca-699d-4e83-b590-3f083b3f3332" providerId="ADAL" clId="{2CB59309-88A8-7645-9A55-9E89103CCD41}" dt="2022-12-17T18:15:15.132" v="428"/>
        <pc:sldMkLst>
          <pc:docMk/>
          <pc:sldMk cId="3785253233" sldId="2076136827"/>
        </pc:sldMkLst>
      </pc:sldChg>
      <pc:sldChg chg="add del">
        <pc:chgData name="영욱 김" userId="6ad1e3ca-699d-4e83-b590-3f083b3f3332" providerId="ADAL" clId="{2CB59309-88A8-7645-9A55-9E89103CCD41}" dt="2022-12-17T18:15:15.132" v="428"/>
        <pc:sldMkLst>
          <pc:docMk/>
          <pc:sldMk cId="1785308794" sldId="2076136828"/>
        </pc:sldMkLst>
      </pc:sldChg>
      <pc:sldChg chg="add del">
        <pc:chgData name="영욱 김" userId="6ad1e3ca-699d-4e83-b590-3f083b3f3332" providerId="ADAL" clId="{2CB59309-88A8-7645-9A55-9E89103CCD41}" dt="2022-12-17T18:15:15.132" v="428"/>
        <pc:sldMkLst>
          <pc:docMk/>
          <pc:sldMk cId="1366593899" sldId="2076136829"/>
        </pc:sldMkLst>
      </pc:sldChg>
      <pc:sldChg chg="add del">
        <pc:chgData name="영욱 김" userId="6ad1e3ca-699d-4e83-b590-3f083b3f3332" providerId="ADAL" clId="{2CB59309-88A8-7645-9A55-9E89103CCD41}" dt="2022-12-17T18:15:15.132" v="428"/>
        <pc:sldMkLst>
          <pc:docMk/>
          <pc:sldMk cId="4246109410" sldId="2076136830"/>
        </pc:sldMkLst>
      </pc:sldChg>
      <pc:sldChg chg="add del">
        <pc:chgData name="영욱 김" userId="6ad1e3ca-699d-4e83-b590-3f083b3f3332" providerId="ADAL" clId="{2CB59309-88A8-7645-9A55-9E89103CCD41}" dt="2022-12-17T18:15:15.132" v="428"/>
        <pc:sldMkLst>
          <pc:docMk/>
          <pc:sldMk cId="472534457" sldId="2076136831"/>
        </pc:sldMkLst>
      </pc:sldChg>
      <pc:sldMasterChg chg="delSldLayout">
        <pc:chgData name="영욱 김" userId="6ad1e3ca-699d-4e83-b590-3f083b3f3332" providerId="ADAL" clId="{2CB59309-88A8-7645-9A55-9E89103CCD41}" dt="2022-12-17T18:12:06.692" v="345" actId="2696"/>
        <pc:sldMasterMkLst>
          <pc:docMk/>
          <pc:sldMasterMk cId="2520014717" sldId="2147483648"/>
        </pc:sldMasterMkLst>
        <pc:sldLayoutChg chg="del">
          <pc:chgData name="영욱 김" userId="6ad1e3ca-699d-4e83-b590-3f083b3f3332" providerId="ADAL" clId="{2CB59309-88A8-7645-9A55-9E89103CCD41}" dt="2022-12-17T16:40:05.785" v="0" actId="2696"/>
          <pc:sldLayoutMkLst>
            <pc:docMk/>
            <pc:sldMasterMk cId="2520014717" sldId="2147483648"/>
            <pc:sldLayoutMk cId="3969439739" sldId="2147483696"/>
          </pc:sldLayoutMkLst>
        </pc:sldLayoutChg>
        <pc:sldLayoutChg chg="del">
          <pc:chgData name="영욱 김" userId="6ad1e3ca-699d-4e83-b590-3f083b3f3332" providerId="ADAL" clId="{2CB59309-88A8-7645-9A55-9E89103CCD41}" dt="2022-12-17T18:12:06.692" v="345" actId="2696"/>
          <pc:sldLayoutMkLst>
            <pc:docMk/>
            <pc:sldMasterMk cId="2520014717" sldId="2147483648"/>
            <pc:sldLayoutMk cId="939650545" sldId="2147483697"/>
          </pc:sldLayoutMkLst>
        </pc:sldLayoutChg>
        <pc:sldLayoutChg chg="del">
          <pc:chgData name="영욱 김" userId="6ad1e3ca-699d-4e83-b590-3f083b3f3332" providerId="ADAL" clId="{2CB59309-88A8-7645-9A55-9E89103CCD41}" dt="2022-12-17T18:12:06.692" v="345" actId="2696"/>
          <pc:sldLayoutMkLst>
            <pc:docMk/>
            <pc:sldMasterMk cId="2520014717" sldId="2147483648"/>
            <pc:sldLayoutMk cId="1016716356" sldId="2147483698"/>
          </pc:sldLayoutMkLst>
        </pc:sldLayoutChg>
        <pc:sldLayoutChg chg="del">
          <pc:chgData name="영욱 김" userId="6ad1e3ca-699d-4e83-b590-3f083b3f3332" providerId="ADAL" clId="{2CB59309-88A8-7645-9A55-9E89103CCD41}" dt="2022-12-17T18:12:06.692" v="345" actId="2696"/>
          <pc:sldLayoutMkLst>
            <pc:docMk/>
            <pc:sldMasterMk cId="2520014717" sldId="2147483648"/>
            <pc:sldLayoutMk cId="998685988" sldId="2147483699"/>
          </pc:sldLayoutMkLst>
        </pc:sldLayoutChg>
        <pc:sldLayoutChg chg="del">
          <pc:chgData name="영욱 김" userId="6ad1e3ca-699d-4e83-b590-3f083b3f3332" providerId="ADAL" clId="{2CB59309-88A8-7645-9A55-9E89103CCD41}" dt="2022-12-17T18:12:06.692" v="345" actId="2696"/>
          <pc:sldLayoutMkLst>
            <pc:docMk/>
            <pc:sldMasterMk cId="2520014717" sldId="2147483648"/>
            <pc:sldLayoutMk cId="3001349599" sldId="2147483701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EA80E0-ABC7-1641-AEE1-BC824DFA1C20}" type="datetimeFigureOut">
              <a:rPr kumimoji="1" lang="ko-Kore-KR" altLang="en-US" smtClean="0"/>
              <a:t>07/25/2023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1E5E8-4691-1541-B0DF-258A1B4E19E6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54314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03225A-39E8-4656-A1C7-4E4AD68BF39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789454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6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7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래픽 3">
            <a:extLst>
              <a:ext uri="{FF2B5EF4-FFF2-40B4-BE49-F238E27FC236}">
                <a16:creationId xmlns:a16="http://schemas.microsoft.com/office/drawing/2014/main" id="{AB8C861F-E400-5860-5AB0-AADCA01E3E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54828" y="6483202"/>
            <a:ext cx="1525707" cy="180000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C3964044-8ABF-935D-79F8-0F1461A04D7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55669" y="6452208"/>
            <a:ext cx="786253" cy="24386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BD49368-2578-CC64-D051-62C9950287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21187" r="6875"/>
          <a:stretch/>
        </p:blipFill>
        <p:spPr>
          <a:xfrm>
            <a:off x="0" y="0"/>
            <a:ext cx="793750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89F47FFF-2355-612B-2571-29F779D103A7}"/>
              </a:ext>
            </a:extLst>
          </p:cNvPr>
          <p:cNvSpPr/>
          <p:nvPr userDrawn="1"/>
        </p:nvSpPr>
        <p:spPr>
          <a:xfrm>
            <a:off x="0" y="0"/>
            <a:ext cx="7937500" cy="6858000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1796F2-DCB2-FC5D-1AD2-181D7C82B8AE}"/>
              </a:ext>
            </a:extLst>
          </p:cNvPr>
          <p:cNvSpPr txBox="1"/>
          <p:nvPr userDrawn="1"/>
        </p:nvSpPr>
        <p:spPr>
          <a:xfrm>
            <a:off x="8869639" y="6452770"/>
            <a:ext cx="4860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0" kern="0" dirty="0">
                <a:effectLst/>
                <a:latin typeface="+mj-ea"/>
                <a:ea typeface="+mj-ea"/>
                <a:cs typeface="굴림" panose="020B0600000101010101" pitchFamily="50" charset="-127"/>
              </a:rPr>
              <a:t>주관 </a:t>
            </a:r>
            <a:endParaRPr lang="en-US" sz="1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9B1058-8C84-E40D-2ADE-0AD9157C8D4D}"/>
              </a:ext>
            </a:extLst>
          </p:cNvPr>
          <p:cNvSpPr txBox="1"/>
          <p:nvPr userDrawn="1"/>
        </p:nvSpPr>
        <p:spPr>
          <a:xfrm>
            <a:off x="10141922" y="6452770"/>
            <a:ext cx="3129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00" kern="0" dirty="0" err="1">
                <a:effectLst/>
                <a:latin typeface="+mj-ea"/>
                <a:ea typeface="+mj-ea"/>
                <a:cs typeface="굴림" panose="020B0600000101010101" pitchFamily="50" charset="-127"/>
              </a:rPr>
              <a:t>ㅣ</a:t>
            </a:r>
            <a:endParaRPr lang="en-US" sz="1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26258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D4FE1-9E37-084D-B5CD-5C8B5F31692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0" y="381001"/>
            <a:ext cx="11417300" cy="76199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 b="1" kern="1200">
                <a:solidFill>
                  <a:schemeClr val="tx2"/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GB" dirty="0"/>
              <a:t>Key message. If the audience reads just this, it will be enough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8B117B-053B-D74C-BAD6-ABB3754D81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0" y="1524000"/>
            <a:ext cx="11417300" cy="45720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2000" kern="1200" noProof="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System Font Regular"/>
              <a:buChar char="–"/>
              <a:tabLst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System Font Regular"/>
              <a:buChar char="–"/>
              <a:tabLst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System Font Regular"/>
              <a:buNone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System Font Regular"/>
              <a:buNone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This is where you make your case with relevant evidence and information. Keep sentences concise. Avoid jargon and repetition.</a:t>
            </a:r>
          </a:p>
          <a:p>
            <a:pPr lvl="1"/>
            <a:r>
              <a:rPr lang="en-US" dirty="0"/>
              <a:t>Bullet 1: Second level</a:t>
            </a:r>
          </a:p>
          <a:p>
            <a:pPr lvl="2"/>
            <a:r>
              <a:rPr lang="en-US" dirty="0"/>
              <a:t>Bullet 2: Third level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73D4D9-01A3-45E0-AEB3-799313508682}"/>
              </a:ext>
            </a:extLst>
          </p:cNvPr>
          <p:cNvSpPr txBox="1"/>
          <p:nvPr userDrawn="1"/>
        </p:nvSpPr>
        <p:spPr bwMode="gray">
          <a:xfrm>
            <a:off x="283180" y="6375688"/>
            <a:ext cx="377825" cy="276225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wrap="none" lIns="0" tIns="0" rIns="0" bIns="0" rtlCol="0" anchor="b" anchorCtr="0">
            <a:noAutofit/>
          </a:bodyPr>
          <a:lstStyle/>
          <a:p>
            <a:pPr algn="l">
              <a:lnSpc>
                <a:spcPct val="90000"/>
              </a:lnSpc>
            </a:pPr>
            <a:fld id="{6CE8C368-3382-4C28-AE75-DF7C05ACA19D}" type="slidenum">
              <a:rPr lang="en-US" sz="1000" b="0">
                <a:solidFill>
                  <a:schemeClr val="accent2"/>
                </a:solidFill>
                <a:latin typeface="Arial" panose="020B0604020202020204" pitchFamily="34" charset="0"/>
              </a:rPr>
              <a:pPr algn="l">
                <a:lnSpc>
                  <a:spcPct val="90000"/>
                </a:lnSpc>
              </a:pPr>
              <a:t>‹#›</a:t>
            </a:fld>
            <a:endParaRPr lang="en-US" sz="1000" b="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1593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>
            <a:extLst>
              <a:ext uri="{FF2B5EF4-FFF2-40B4-BE49-F238E27FC236}">
                <a16:creationId xmlns:a16="http://schemas.microsoft.com/office/drawing/2014/main" id="{438217DF-1440-40C3-9A40-0753441622F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22266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4" name="개체 3" hidden="1">
                        <a:extLst>
                          <a:ext uri="{FF2B5EF4-FFF2-40B4-BE49-F238E27FC236}">
                            <a16:creationId xmlns:a16="http://schemas.microsoft.com/office/drawing/2014/main" id="{438217DF-1440-40C3-9A40-0753441622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11E03C1-D400-8046-89BB-D260E3A844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17300" cy="76199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en-GB" sz="2800" b="1" kern="1200" dirty="0">
                <a:solidFill>
                  <a:schemeClr val="tx2"/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GB" dirty="0"/>
              <a:t>Key message. If the audience reads just this, it will be enough</a:t>
            </a:r>
            <a:endParaRPr lang="en-GB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4686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15241-EEBB-824F-A3D9-D6051FA843B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1000" y="1524000"/>
            <a:ext cx="11417300" cy="45720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2000" kern="1200" noProof="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System Font Regular"/>
              <a:buChar char="–"/>
              <a:tabLst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System Font Regular"/>
              <a:buChar char="–"/>
              <a:tabLst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System Font Regular"/>
              <a:buNone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System Font Regular"/>
              <a:buNone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This is where you make your case with relevant evidence and information. Keep sentences concise. Avoid jargon and repetition.</a:t>
            </a:r>
          </a:p>
          <a:p>
            <a:pPr lvl="1"/>
            <a:r>
              <a:rPr lang="en-US" dirty="0"/>
              <a:t>Bullet 1: Second level</a:t>
            </a:r>
          </a:p>
          <a:p>
            <a:pPr lvl="2"/>
            <a:r>
              <a:rPr lang="en-US" dirty="0"/>
              <a:t>Bullet 2: Third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97117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5265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41F8A8FC-4B95-482B-8981-45BA9C5F9AC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41F8A8FC-4B95-482B-8981-45BA9C5F9A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2089A8CE-377D-4B70-A044-B5B63794CD49}"/>
              </a:ext>
            </a:extLst>
          </p:cNvPr>
          <p:cNvSpPr/>
          <p:nvPr userDrawn="1"/>
        </p:nvSpPr>
        <p:spPr>
          <a:xfrm>
            <a:off x="0" y="-1587"/>
            <a:ext cx="12192000" cy="152558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A699C7-7B2A-FE48-B204-2A35A8621D62}"/>
              </a:ext>
            </a:extLst>
          </p:cNvPr>
          <p:cNvSpPr/>
          <p:nvPr userDrawn="1"/>
        </p:nvSpPr>
        <p:spPr>
          <a:xfrm>
            <a:off x="0" y="-1587"/>
            <a:ext cx="12192000" cy="1525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Title 16">
            <a:extLst>
              <a:ext uri="{FF2B5EF4-FFF2-40B4-BE49-F238E27FC236}">
                <a16:creationId xmlns:a16="http://schemas.microsoft.com/office/drawing/2014/main" id="{852EA906-489C-4049-A182-AAB1D8CB18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17300" cy="76199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en-GB" sz="2800" b="1" kern="1200" dirty="0">
                <a:solidFill>
                  <a:schemeClr val="tx2"/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GB" dirty="0"/>
              <a:t>Key message. If the audience reads just this, it will be enough</a:t>
            </a:r>
          </a:p>
        </p:txBody>
      </p:sp>
    </p:spTree>
    <p:extLst>
      <p:ext uri="{BB962C8B-B14F-4D97-AF65-F5344CB8AC3E}">
        <p14:creationId xmlns:p14="http://schemas.microsoft.com/office/powerpoint/2010/main" val="3496414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969696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F1C55AB-9ABC-7147-8584-E655966D19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069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F1C55AB-9ABC-7147-8584-E655966D19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84200" y="593725"/>
            <a:ext cx="4530668" cy="56419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96036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F1C55AB-9ABC-7147-8584-E655966D19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18021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8CB5F1-3F3D-A447-AEE3-D21C84CB29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1259" y="1785938"/>
            <a:ext cx="2580088" cy="33575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292D52C6-F376-7F49-BA47-9BFB1DE6A08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63035" y="1785938"/>
            <a:ext cx="2580088" cy="33575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AB5030E8-19CD-E741-A988-EF42DE8A1E6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34811" y="1785938"/>
            <a:ext cx="2580088" cy="33575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7BF85DA6-1FD2-F14C-8293-932F101D21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06587" y="1785938"/>
            <a:ext cx="2580088" cy="33575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32257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D112CF1-4E77-FE43-BCA1-FED45E985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81100" y="0"/>
            <a:ext cx="32766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882678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D112CF1-4E77-FE43-BCA1-FED45E985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31468" y="0"/>
            <a:ext cx="3443288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74261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D112CF1-4E77-FE43-BCA1-FED45E985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07000" y="0"/>
            <a:ext cx="6985000" cy="30353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3814128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63AD6BA-BD34-D64C-9A40-B899DBAA93F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00150" y="2300288"/>
            <a:ext cx="4129088" cy="26146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606207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07A386-B03D-F343-8507-7911EF9D045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95775" y="2574315"/>
            <a:ext cx="1800225" cy="30956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223D99FD-F7EE-BB44-BC99-57E58E506A1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1969477"/>
            <a:ext cx="1800225" cy="37004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D36C07E2-CDD6-F04D-A7D2-A990C423A2F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96225" y="1350498"/>
            <a:ext cx="1800225" cy="43194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9F7D362E-7E21-0F42-AD5A-C2E89F03B6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696450" y="1969477"/>
            <a:ext cx="1800225" cy="37004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998571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ADBB6C1-2E39-2642-A5F7-742F083C222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65600" y="2628900"/>
            <a:ext cx="2400300" cy="1790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DFE8A91-4897-804B-9401-0986EA06ECD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43700" y="2628900"/>
            <a:ext cx="2400300" cy="1790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04A7273-BEE3-1C46-9014-51AFDDCAD1A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321800" y="2628900"/>
            <a:ext cx="2400300" cy="1790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667898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6FF496-AEFD-8941-94C1-AB070745D63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797300" cy="6858000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6D8B5214-337E-D845-8252-8D61992500A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67050" y="0"/>
            <a:ext cx="3797300" cy="6858000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326056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D112CF1-4E77-FE43-BCA1-FED45E985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70900" y="0"/>
            <a:ext cx="37211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141187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F1C55AB-9ABC-7147-8584-E655966D19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2717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036274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D112CF1-4E77-FE43-BCA1-FED45E985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1402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949641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D112CF1-4E77-FE43-BCA1-FED45E985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703443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8751039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01B56D90-DF94-BE41-BA01-556865F8C19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82343" y="2002293"/>
            <a:ext cx="3270325" cy="22591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2D5D21EC-7B35-D046-B6C4-5D38460B091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460837" y="2002293"/>
            <a:ext cx="3270325" cy="22591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CD88BC4B-BE89-AE41-A403-32C1839AD94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139334" y="2002293"/>
            <a:ext cx="3270325" cy="22591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053235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F1C55AB-9ABC-7147-8584-E655966D19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57700" y="0"/>
            <a:ext cx="7734300" cy="3429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915688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A0090E-FB43-BE4D-9E7C-87A1D68CD4F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02871" y="2624931"/>
            <a:ext cx="3560474" cy="1608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40153763-5075-6B45-B4CA-15CCB90B476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02871" y="4550713"/>
            <a:ext cx="3560474" cy="1608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5CB57FFF-9775-C84D-B6F4-7D9B30F8E48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02871" y="699149"/>
            <a:ext cx="3560474" cy="1608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290721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A0090E-FB43-BE4D-9E7C-87A1D68CD4F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32762" y="2624931"/>
            <a:ext cx="3560474" cy="1608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40153763-5075-6B45-B4CA-15CCB90B476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32762" y="4578422"/>
            <a:ext cx="3560474" cy="1608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5CB57FFF-9775-C84D-B6F4-7D9B30F8E48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32762" y="671440"/>
            <a:ext cx="3560474" cy="1608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021770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D112CF1-4E77-FE43-BCA1-FED45E985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797636" y="0"/>
            <a:ext cx="3394364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9C4BAD-3246-1445-8032-8E5E8B39175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6294" y="2798621"/>
            <a:ext cx="1344035" cy="13440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6BFD068-A0F5-D940-B8C4-12D8FE812F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751965" y="2798621"/>
            <a:ext cx="1344035" cy="13440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2E073C-EA51-AB49-8FDB-DF74A8A153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6294" y="4973784"/>
            <a:ext cx="1344035" cy="13440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3E47C6D5-7FDD-064B-B271-E790A00F94B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51965" y="4973784"/>
            <a:ext cx="1344035" cy="13440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8001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D112CF1-4E77-FE43-BCA1-FED45E985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1536" y="419100"/>
            <a:ext cx="3394364" cy="6019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111374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9CF64C4-47CA-E14E-A6B8-B14CC2681AD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74216" y="-613252"/>
            <a:ext cx="8084503" cy="80845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757245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9CF64C4-47CA-E14E-A6B8-B14CC2681AD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418660" y="-328330"/>
            <a:ext cx="7514660" cy="75146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4044928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1">
            <a:extLst>
              <a:ext uri="{FF2B5EF4-FFF2-40B4-BE49-F238E27FC236}">
                <a16:creationId xmlns:a16="http://schemas.microsoft.com/office/drawing/2014/main" id="{A24327FF-047D-1A4D-92C6-86927173E18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80325" y="2039787"/>
            <a:ext cx="2660699" cy="2081725"/>
          </a:xfrm>
          <a:custGeom>
            <a:avLst/>
            <a:gdLst>
              <a:gd name="connsiteX0" fmla="*/ 0 w 2660699"/>
              <a:gd name="connsiteY0" fmla="*/ 0 h 2081725"/>
              <a:gd name="connsiteX1" fmla="*/ 2660699 w 2660699"/>
              <a:gd name="connsiteY1" fmla="*/ 0 h 2081725"/>
              <a:gd name="connsiteX2" fmla="*/ 2660699 w 2660699"/>
              <a:gd name="connsiteY2" fmla="*/ 2081725 h 2081725"/>
              <a:gd name="connsiteX3" fmla="*/ 0 w 2660699"/>
              <a:gd name="connsiteY3" fmla="*/ 2081725 h 2081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0699" h="2081725">
                <a:moveTo>
                  <a:pt x="0" y="0"/>
                </a:moveTo>
                <a:lnTo>
                  <a:pt x="2660699" y="0"/>
                </a:lnTo>
                <a:lnTo>
                  <a:pt x="2660699" y="2081725"/>
                </a:lnTo>
                <a:lnTo>
                  <a:pt x="0" y="208172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Picture Placeholder 25">
            <a:extLst>
              <a:ext uri="{FF2B5EF4-FFF2-40B4-BE49-F238E27FC236}">
                <a16:creationId xmlns:a16="http://schemas.microsoft.com/office/drawing/2014/main" id="{7856527A-8C0C-2E47-91CA-4EE16D08FE6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106308" y="2039787"/>
            <a:ext cx="2660699" cy="2081725"/>
          </a:xfrm>
          <a:custGeom>
            <a:avLst/>
            <a:gdLst>
              <a:gd name="connsiteX0" fmla="*/ 0 w 2660699"/>
              <a:gd name="connsiteY0" fmla="*/ 0 h 2081725"/>
              <a:gd name="connsiteX1" fmla="*/ 2660699 w 2660699"/>
              <a:gd name="connsiteY1" fmla="*/ 0 h 2081725"/>
              <a:gd name="connsiteX2" fmla="*/ 2660699 w 2660699"/>
              <a:gd name="connsiteY2" fmla="*/ 2081725 h 2081725"/>
              <a:gd name="connsiteX3" fmla="*/ 0 w 2660699"/>
              <a:gd name="connsiteY3" fmla="*/ 2081725 h 2081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0699" h="2081725">
                <a:moveTo>
                  <a:pt x="0" y="0"/>
                </a:moveTo>
                <a:lnTo>
                  <a:pt x="2660699" y="0"/>
                </a:lnTo>
                <a:lnTo>
                  <a:pt x="2660699" y="2081725"/>
                </a:lnTo>
                <a:lnTo>
                  <a:pt x="0" y="208172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Picture Placeholder 30">
            <a:extLst>
              <a:ext uri="{FF2B5EF4-FFF2-40B4-BE49-F238E27FC236}">
                <a16:creationId xmlns:a16="http://schemas.microsoft.com/office/drawing/2014/main" id="{1B8E3CC6-1686-8E48-AA74-6F3CDA8D124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443316" y="4121512"/>
            <a:ext cx="2660699" cy="2081725"/>
          </a:xfrm>
          <a:custGeom>
            <a:avLst/>
            <a:gdLst>
              <a:gd name="connsiteX0" fmla="*/ 0 w 2660699"/>
              <a:gd name="connsiteY0" fmla="*/ 0 h 2081725"/>
              <a:gd name="connsiteX1" fmla="*/ 2660699 w 2660699"/>
              <a:gd name="connsiteY1" fmla="*/ 0 h 2081725"/>
              <a:gd name="connsiteX2" fmla="*/ 2660699 w 2660699"/>
              <a:gd name="connsiteY2" fmla="*/ 2081725 h 2081725"/>
              <a:gd name="connsiteX3" fmla="*/ 0 w 2660699"/>
              <a:gd name="connsiteY3" fmla="*/ 2081725 h 2081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0699" h="2081725">
                <a:moveTo>
                  <a:pt x="0" y="0"/>
                </a:moveTo>
                <a:lnTo>
                  <a:pt x="2660699" y="0"/>
                </a:lnTo>
                <a:lnTo>
                  <a:pt x="2660699" y="2081725"/>
                </a:lnTo>
                <a:lnTo>
                  <a:pt x="0" y="208172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31">
            <a:extLst>
              <a:ext uri="{FF2B5EF4-FFF2-40B4-BE49-F238E27FC236}">
                <a16:creationId xmlns:a16="http://schemas.microsoft.com/office/drawing/2014/main" id="{14C54D65-9A60-4C4C-AC83-9D2C23256061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8769301" y="4121512"/>
            <a:ext cx="2660699" cy="2081725"/>
          </a:xfrm>
          <a:custGeom>
            <a:avLst/>
            <a:gdLst>
              <a:gd name="connsiteX0" fmla="*/ 0 w 2660699"/>
              <a:gd name="connsiteY0" fmla="*/ 0 h 2081725"/>
              <a:gd name="connsiteX1" fmla="*/ 2660699 w 2660699"/>
              <a:gd name="connsiteY1" fmla="*/ 0 h 2081725"/>
              <a:gd name="connsiteX2" fmla="*/ 2660699 w 2660699"/>
              <a:gd name="connsiteY2" fmla="*/ 2081725 h 2081725"/>
              <a:gd name="connsiteX3" fmla="*/ 0 w 2660699"/>
              <a:gd name="connsiteY3" fmla="*/ 2081725 h 2081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0699" h="2081725">
                <a:moveTo>
                  <a:pt x="0" y="0"/>
                </a:moveTo>
                <a:lnTo>
                  <a:pt x="2660699" y="0"/>
                </a:lnTo>
                <a:lnTo>
                  <a:pt x="2660699" y="2081725"/>
                </a:lnTo>
                <a:lnTo>
                  <a:pt x="0" y="208172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870515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4A96F15-D2A3-1C41-8A60-9E7D9C0CE7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343685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2">
            <a:extLst>
              <a:ext uri="{FF2B5EF4-FFF2-40B4-BE49-F238E27FC236}">
                <a16:creationId xmlns:a16="http://schemas.microsoft.com/office/drawing/2014/main" id="{D7541557-9B63-0E44-BFE0-862F473AE6C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277309" y="703732"/>
            <a:ext cx="2547841" cy="5465220"/>
          </a:xfrm>
          <a:custGeom>
            <a:avLst/>
            <a:gdLst>
              <a:gd name="connsiteX0" fmla="*/ 1442154 w 1810823"/>
              <a:gd name="connsiteY0" fmla="*/ 0 h 3932979"/>
              <a:gd name="connsiteX1" fmla="*/ 1627308 w 1810823"/>
              <a:gd name="connsiteY1" fmla="*/ 0 h 3932979"/>
              <a:gd name="connsiteX2" fmla="*/ 1810823 w 1810823"/>
              <a:gd name="connsiteY2" fmla="*/ 185447 h 3932979"/>
              <a:gd name="connsiteX3" fmla="*/ 1810823 w 1810823"/>
              <a:gd name="connsiteY3" fmla="*/ 3747531 h 3932979"/>
              <a:gd name="connsiteX4" fmla="*/ 1627308 w 1810823"/>
              <a:gd name="connsiteY4" fmla="*/ 3932979 h 3932979"/>
              <a:gd name="connsiteX5" fmla="*/ 935710 w 1810823"/>
              <a:gd name="connsiteY5" fmla="*/ 3932979 h 3932979"/>
              <a:gd name="connsiteX6" fmla="*/ 183517 w 1810823"/>
              <a:gd name="connsiteY6" fmla="*/ 3932979 h 3932979"/>
              <a:gd name="connsiteX7" fmla="*/ 0 w 1810823"/>
              <a:gd name="connsiteY7" fmla="*/ 3747533 h 3932979"/>
              <a:gd name="connsiteX8" fmla="*/ 0 w 1810823"/>
              <a:gd name="connsiteY8" fmla="*/ 185447 h 3932979"/>
              <a:gd name="connsiteX9" fmla="*/ 183517 w 1810823"/>
              <a:gd name="connsiteY9" fmla="*/ 1 h 3932979"/>
              <a:gd name="connsiteX10" fmla="*/ 368670 w 1810823"/>
              <a:gd name="connsiteY10" fmla="*/ 1 h 3932979"/>
              <a:gd name="connsiteX11" fmla="*/ 400842 w 1810823"/>
              <a:gd name="connsiteY11" fmla="*/ 34422 h 3932979"/>
              <a:gd name="connsiteX12" fmla="*/ 517200 w 1810823"/>
              <a:gd name="connsiteY12" fmla="*/ 148233 h 3932979"/>
              <a:gd name="connsiteX13" fmla="*/ 875113 w 1810823"/>
              <a:gd name="connsiteY13" fmla="*/ 148233 h 3932979"/>
              <a:gd name="connsiteX14" fmla="*/ 1293623 w 1810823"/>
              <a:gd name="connsiteY14" fmla="*/ 148233 h 3932979"/>
              <a:gd name="connsiteX15" fmla="*/ 1409981 w 1810823"/>
              <a:gd name="connsiteY15" fmla="*/ 34422 h 3932979"/>
              <a:gd name="connsiteX16" fmla="*/ 1442154 w 1810823"/>
              <a:gd name="connsiteY16" fmla="*/ 0 h 3932979"/>
              <a:gd name="connsiteX0" fmla="*/ 1442154 w 1810823"/>
              <a:gd name="connsiteY0" fmla="*/ 0 h 3932979"/>
              <a:gd name="connsiteX1" fmla="*/ 1627308 w 1810823"/>
              <a:gd name="connsiteY1" fmla="*/ 0 h 3932979"/>
              <a:gd name="connsiteX2" fmla="*/ 1810823 w 1810823"/>
              <a:gd name="connsiteY2" fmla="*/ 185447 h 3932979"/>
              <a:gd name="connsiteX3" fmla="*/ 1810823 w 1810823"/>
              <a:gd name="connsiteY3" fmla="*/ 3747531 h 3932979"/>
              <a:gd name="connsiteX4" fmla="*/ 1627308 w 1810823"/>
              <a:gd name="connsiteY4" fmla="*/ 3932979 h 3932979"/>
              <a:gd name="connsiteX5" fmla="*/ 935710 w 1810823"/>
              <a:gd name="connsiteY5" fmla="*/ 3932979 h 3932979"/>
              <a:gd name="connsiteX6" fmla="*/ 183517 w 1810823"/>
              <a:gd name="connsiteY6" fmla="*/ 3932979 h 3932979"/>
              <a:gd name="connsiteX7" fmla="*/ 0 w 1810823"/>
              <a:gd name="connsiteY7" fmla="*/ 3747533 h 3932979"/>
              <a:gd name="connsiteX8" fmla="*/ 0 w 1810823"/>
              <a:gd name="connsiteY8" fmla="*/ 185447 h 3932979"/>
              <a:gd name="connsiteX9" fmla="*/ 183517 w 1810823"/>
              <a:gd name="connsiteY9" fmla="*/ 1 h 3932979"/>
              <a:gd name="connsiteX10" fmla="*/ 368670 w 1810823"/>
              <a:gd name="connsiteY10" fmla="*/ 1 h 3932979"/>
              <a:gd name="connsiteX11" fmla="*/ 400842 w 1810823"/>
              <a:gd name="connsiteY11" fmla="*/ 34422 h 3932979"/>
              <a:gd name="connsiteX12" fmla="*/ 517200 w 1810823"/>
              <a:gd name="connsiteY12" fmla="*/ 148233 h 3932979"/>
              <a:gd name="connsiteX13" fmla="*/ 875113 w 1810823"/>
              <a:gd name="connsiteY13" fmla="*/ 148233 h 3932979"/>
              <a:gd name="connsiteX14" fmla="*/ 1293623 w 1810823"/>
              <a:gd name="connsiteY14" fmla="*/ 148233 h 3932979"/>
              <a:gd name="connsiteX15" fmla="*/ 1388673 w 1810823"/>
              <a:gd name="connsiteY15" fmla="*/ 34422 h 3932979"/>
              <a:gd name="connsiteX16" fmla="*/ 1442154 w 1810823"/>
              <a:gd name="connsiteY16" fmla="*/ 0 h 3932979"/>
              <a:gd name="connsiteX0" fmla="*/ 1442154 w 1810823"/>
              <a:gd name="connsiteY0" fmla="*/ 0 h 3932979"/>
              <a:gd name="connsiteX1" fmla="*/ 1627308 w 1810823"/>
              <a:gd name="connsiteY1" fmla="*/ 0 h 3932979"/>
              <a:gd name="connsiteX2" fmla="*/ 1810823 w 1810823"/>
              <a:gd name="connsiteY2" fmla="*/ 185447 h 3932979"/>
              <a:gd name="connsiteX3" fmla="*/ 1810823 w 1810823"/>
              <a:gd name="connsiteY3" fmla="*/ 3747531 h 3932979"/>
              <a:gd name="connsiteX4" fmla="*/ 1627308 w 1810823"/>
              <a:gd name="connsiteY4" fmla="*/ 3932979 h 3932979"/>
              <a:gd name="connsiteX5" fmla="*/ 935710 w 1810823"/>
              <a:gd name="connsiteY5" fmla="*/ 3932979 h 3932979"/>
              <a:gd name="connsiteX6" fmla="*/ 183517 w 1810823"/>
              <a:gd name="connsiteY6" fmla="*/ 3932979 h 3932979"/>
              <a:gd name="connsiteX7" fmla="*/ 0 w 1810823"/>
              <a:gd name="connsiteY7" fmla="*/ 3747533 h 3932979"/>
              <a:gd name="connsiteX8" fmla="*/ 0 w 1810823"/>
              <a:gd name="connsiteY8" fmla="*/ 185447 h 3932979"/>
              <a:gd name="connsiteX9" fmla="*/ 183517 w 1810823"/>
              <a:gd name="connsiteY9" fmla="*/ 1 h 3932979"/>
              <a:gd name="connsiteX10" fmla="*/ 368670 w 1810823"/>
              <a:gd name="connsiteY10" fmla="*/ 1 h 3932979"/>
              <a:gd name="connsiteX11" fmla="*/ 400842 w 1810823"/>
              <a:gd name="connsiteY11" fmla="*/ 34422 h 3932979"/>
              <a:gd name="connsiteX12" fmla="*/ 517200 w 1810823"/>
              <a:gd name="connsiteY12" fmla="*/ 148233 h 3932979"/>
              <a:gd name="connsiteX13" fmla="*/ 875113 w 1810823"/>
              <a:gd name="connsiteY13" fmla="*/ 148233 h 3932979"/>
              <a:gd name="connsiteX14" fmla="*/ 1293623 w 1810823"/>
              <a:gd name="connsiteY14" fmla="*/ 148233 h 3932979"/>
              <a:gd name="connsiteX15" fmla="*/ 1388673 w 1810823"/>
              <a:gd name="connsiteY15" fmla="*/ 34422 h 3932979"/>
              <a:gd name="connsiteX16" fmla="*/ 1442154 w 1810823"/>
              <a:gd name="connsiteY16" fmla="*/ 0 h 3932979"/>
              <a:gd name="connsiteX0" fmla="*/ 1442154 w 1810823"/>
              <a:gd name="connsiteY0" fmla="*/ 0 h 3932979"/>
              <a:gd name="connsiteX1" fmla="*/ 1627308 w 1810823"/>
              <a:gd name="connsiteY1" fmla="*/ 0 h 3932979"/>
              <a:gd name="connsiteX2" fmla="*/ 1810823 w 1810823"/>
              <a:gd name="connsiteY2" fmla="*/ 185447 h 3932979"/>
              <a:gd name="connsiteX3" fmla="*/ 1810823 w 1810823"/>
              <a:gd name="connsiteY3" fmla="*/ 3747531 h 3932979"/>
              <a:gd name="connsiteX4" fmla="*/ 1627308 w 1810823"/>
              <a:gd name="connsiteY4" fmla="*/ 3932979 h 3932979"/>
              <a:gd name="connsiteX5" fmla="*/ 935710 w 1810823"/>
              <a:gd name="connsiteY5" fmla="*/ 3932979 h 3932979"/>
              <a:gd name="connsiteX6" fmla="*/ 183517 w 1810823"/>
              <a:gd name="connsiteY6" fmla="*/ 3932979 h 3932979"/>
              <a:gd name="connsiteX7" fmla="*/ 0 w 1810823"/>
              <a:gd name="connsiteY7" fmla="*/ 3747533 h 3932979"/>
              <a:gd name="connsiteX8" fmla="*/ 0 w 1810823"/>
              <a:gd name="connsiteY8" fmla="*/ 185447 h 3932979"/>
              <a:gd name="connsiteX9" fmla="*/ 183517 w 1810823"/>
              <a:gd name="connsiteY9" fmla="*/ 1 h 3932979"/>
              <a:gd name="connsiteX10" fmla="*/ 368670 w 1810823"/>
              <a:gd name="connsiteY10" fmla="*/ 1 h 3932979"/>
              <a:gd name="connsiteX11" fmla="*/ 400842 w 1810823"/>
              <a:gd name="connsiteY11" fmla="*/ 34422 h 3932979"/>
              <a:gd name="connsiteX12" fmla="*/ 517200 w 1810823"/>
              <a:gd name="connsiteY12" fmla="*/ 148233 h 3932979"/>
              <a:gd name="connsiteX13" fmla="*/ 875113 w 1810823"/>
              <a:gd name="connsiteY13" fmla="*/ 148233 h 3932979"/>
              <a:gd name="connsiteX14" fmla="*/ 1296286 w 1810823"/>
              <a:gd name="connsiteY14" fmla="*/ 137446 h 3932979"/>
              <a:gd name="connsiteX15" fmla="*/ 1388673 w 1810823"/>
              <a:gd name="connsiteY15" fmla="*/ 34422 h 3932979"/>
              <a:gd name="connsiteX16" fmla="*/ 1442154 w 1810823"/>
              <a:gd name="connsiteY16" fmla="*/ 0 h 3932979"/>
              <a:gd name="connsiteX0" fmla="*/ 1442154 w 1810823"/>
              <a:gd name="connsiteY0" fmla="*/ 0 h 3932979"/>
              <a:gd name="connsiteX1" fmla="*/ 1627308 w 1810823"/>
              <a:gd name="connsiteY1" fmla="*/ 0 h 3932979"/>
              <a:gd name="connsiteX2" fmla="*/ 1810823 w 1810823"/>
              <a:gd name="connsiteY2" fmla="*/ 185447 h 3932979"/>
              <a:gd name="connsiteX3" fmla="*/ 1810823 w 1810823"/>
              <a:gd name="connsiteY3" fmla="*/ 3747531 h 3932979"/>
              <a:gd name="connsiteX4" fmla="*/ 1627308 w 1810823"/>
              <a:gd name="connsiteY4" fmla="*/ 3932979 h 3932979"/>
              <a:gd name="connsiteX5" fmla="*/ 935710 w 1810823"/>
              <a:gd name="connsiteY5" fmla="*/ 3932979 h 3932979"/>
              <a:gd name="connsiteX6" fmla="*/ 183517 w 1810823"/>
              <a:gd name="connsiteY6" fmla="*/ 3932979 h 3932979"/>
              <a:gd name="connsiteX7" fmla="*/ 0 w 1810823"/>
              <a:gd name="connsiteY7" fmla="*/ 3747533 h 3932979"/>
              <a:gd name="connsiteX8" fmla="*/ 0 w 1810823"/>
              <a:gd name="connsiteY8" fmla="*/ 185447 h 3932979"/>
              <a:gd name="connsiteX9" fmla="*/ 183517 w 1810823"/>
              <a:gd name="connsiteY9" fmla="*/ 1 h 3932979"/>
              <a:gd name="connsiteX10" fmla="*/ 368670 w 1810823"/>
              <a:gd name="connsiteY10" fmla="*/ 1 h 3932979"/>
              <a:gd name="connsiteX11" fmla="*/ 414160 w 1810823"/>
              <a:gd name="connsiteY11" fmla="*/ 34422 h 3932979"/>
              <a:gd name="connsiteX12" fmla="*/ 517200 w 1810823"/>
              <a:gd name="connsiteY12" fmla="*/ 148233 h 3932979"/>
              <a:gd name="connsiteX13" fmla="*/ 875113 w 1810823"/>
              <a:gd name="connsiteY13" fmla="*/ 148233 h 3932979"/>
              <a:gd name="connsiteX14" fmla="*/ 1296286 w 1810823"/>
              <a:gd name="connsiteY14" fmla="*/ 137446 h 3932979"/>
              <a:gd name="connsiteX15" fmla="*/ 1388673 w 1810823"/>
              <a:gd name="connsiteY15" fmla="*/ 34422 h 3932979"/>
              <a:gd name="connsiteX16" fmla="*/ 1442154 w 1810823"/>
              <a:gd name="connsiteY16" fmla="*/ 0 h 3932979"/>
              <a:gd name="connsiteX0" fmla="*/ 1442154 w 1810823"/>
              <a:gd name="connsiteY0" fmla="*/ 0 h 3932979"/>
              <a:gd name="connsiteX1" fmla="*/ 1627308 w 1810823"/>
              <a:gd name="connsiteY1" fmla="*/ 0 h 3932979"/>
              <a:gd name="connsiteX2" fmla="*/ 1810823 w 1810823"/>
              <a:gd name="connsiteY2" fmla="*/ 185447 h 3932979"/>
              <a:gd name="connsiteX3" fmla="*/ 1810823 w 1810823"/>
              <a:gd name="connsiteY3" fmla="*/ 3747531 h 3932979"/>
              <a:gd name="connsiteX4" fmla="*/ 1627308 w 1810823"/>
              <a:gd name="connsiteY4" fmla="*/ 3932979 h 3932979"/>
              <a:gd name="connsiteX5" fmla="*/ 935710 w 1810823"/>
              <a:gd name="connsiteY5" fmla="*/ 3932979 h 3932979"/>
              <a:gd name="connsiteX6" fmla="*/ 183517 w 1810823"/>
              <a:gd name="connsiteY6" fmla="*/ 3932979 h 3932979"/>
              <a:gd name="connsiteX7" fmla="*/ 0 w 1810823"/>
              <a:gd name="connsiteY7" fmla="*/ 3747533 h 3932979"/>
              <a:gd name="connsiteX8" fmla="*/ 0 w 1810823"/>
              <a:gd name="connsiteY8" fmla="*/ 185447 h 3932979"/>
              <a:gd name="connsiteX9" fmla="*/ 183517 w 1810823"/>
              <a:gd name="connsiteY9" fmla="*/ 1 h 3932979"/>
              <a:gd name="connsiteX10" fmla="*/ 368670 w 1810823"/>
              <a:gd name="connsiteY10" fmla="*/ 1 h 3932979"/>
              <a:gd name="connsiteX11" fmla="*/ 414160 w 1810823"/>
              <a:gd name="connsiteY11" fmla="*/ 34422 h 3932979"/>
              <a:gd name="connsiteX12" fmla="*/ 519863 w 1810823"/>
              <a:gd name="connsiteY12" fmla="*/ 137446 h 3932979"/>
              <a:gd name="connsiteX13" fmla="*/ 875113 w 1810823"/>
              <a:gd name="connsiteY13" fmla="*/ 148233 h 3932979"/>
              <a:gd name="connsiteX14" fmla="*/ 1296286 w 1810823"/>
              <a:gd name="connsiteY14" fmla="*/ 137446 h 3932979"/>
              <a:gd name="connsiteX15" fmla="*/ 1388673 w 1810823"/>
              <a:gd name="connsiteY15" fmla="*/ 34422 h 3932979"/>
              <a:gd name="connsiteX16" fmla="*/ 1442154 w 1810823"/>
              <a:gd name="connsiteY16" fmla="*/ 0 h 3932979"/>
              <a:gd name="connsiteX0" fmla="*/ 1442154 w 1810823"/>
              <a:gd name="connsiteY0" fmla="*/ 0 h 3932979"/>
              <a:gd name="connsiteX1" fmla="*/ 1627308 w 1810823"/>
              <a:gd name="connsiteY1" fmla="*/ 0 h 3932979"/>
              <a:gd name="connsiteX2" fmla="*/ 1810823 w 1810823"/>
              <a:gd name="connsiteY2" fmla="*/ 185447 h 3932979"/>
              <a:gd name="connsiteX3" fmla="*/ 1810823 w 1810823"/>
              <a:gd name="connsiteY3" fmla="*/ 3747531 h 3932979"/>
              <a:gd name="connsiteX4" fmla="*/ 1627308 w 1810823"/>
              <a:gd name="connsiteY4" fmla="*/ 3932979 h 3932979"/>
              <a:gd name="connsiteX5" fmla="*/ 935710 w 1810823"/>
              <a:gd name="connsiteY5" fmla="*/ 3932979 h 3932979"/>
              <a:gd name="connsiteX6" fmla="*/ 183517 w 1810823"/>
              <a:gd name="connsiteY6" fmla="*/ 3932979 h 3932979"/>
              <a:gd name="connsiteX7" fmla="*/ 0 w 1810823"/>
              <a:gd name="connsiteY7" fmla="*/ 3747533 h 3932979"/>
              <a:gd name="connsiteX8" fmla="*/ 0 w 1810823"/>
              <a:gd name="connsiteY8" fmla="*/ 185447 h 3932979"/>
              <a:gd name="connsiteX9" fmla="*/ 183517 w 1810823"/>
              <a:gd name="connsiteY9" fmla="*/ 1 h 3932979"/>
              <a:gd name="connsiteX10" fmla="*/ 368670 w 1810823"/>
              <a:gd name="connsiteY10" fmla="*/ 1 h 3932979"/>
              <a:gd name="connsiteX11" fmla="*/ 414160 w 1810823"/>
              <a:gd name="connsiteY11" fmla="*/ 34422 h 3932979"/>
              <a:gd name="connsiteX12" fmla="*/ 519863 w 1810823"/>
              <a:gd name="connsiteY12" fmla="*/ 137446 h 3932979"/>
              <a:gd name="connsiteX13" fmla="*/ 875113 w 1810823"/>
              <a:gd name="connsiteY13" fmla="*/ 137446 h 3932979"/>
              <a:gd name="connsiteX14" fmla="*/ 1296286 w 1810823"/>
              <a:gd name="connsiteY14" fmla="*/ 137446 h 3932979"/>
              <a:gd name="connsiteX15" fmla="*/ 1388673 w 1810823"/>
              <a:gd name="connsiteY15" fmla="*/ 34422 h 3932979"/>
              <a:gd name="connsiteX16" fmla="*/ 1442154 w 1810823"/>
              <a:gd name="connsiteY16" fmla="*/ 0 h 3932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810823" h="3932979">
                <a:moveTo>
                  <a:pt x="1442154" y="0"/>
                </a:moveTo>
                <a:lnTo>
                  <a:pt x="1627308" y="0"/>
                </a:lnTo>
                <a:cubicBezTo>
                  <a:pt x="1728659" y="0"/>
                  <a:pt x="1810823" y="83027"/>
                  <a:pt x="1810823" y="185447"/>
                </a:cubicBezTo>
                <a:lnTo>
                  <a:pt x="1810823" y="3747531"/>
                </a:lnTo>
                <a:cubicBezTo>
                  <a:pt x="1810823" y="3849953"/>
                  <a:pt x="1728659" y="3932979"/>
                  <a:pt x="1627308" y="3932979"/>
                </a:cubicBezTo>
                <a:lnTo>
                  <a:pt x="935710" y="3932979"/>
                </a:lnTo>
                <a:lnTo>
                  <a:pt x="183517" y="3932979"/>
                </a:lnTo>
                <a:cubicBezTo>
                  <a:pt x="82165" y="3932979"/>
                  <a:pt x="0" y="3849953"/>
                  <a:pt x="0" y="3747533"/>
                </a:cubicBezTo>
                <a:lnTo>
                  <a:pt x="0" y="185447"/>
                </a:lnTo>
                <a:cubicBezTo>
                  <a:pt x="0" y="83027"/>
                  <a:pt x="82165" y="1"/>
                  <a:pt x="183517" y="1"/>
                </a:cubicBezTo>
                <a:lnTo>
                  <a:pt x="368670" y="1"/>
                </a:lnTo>
                <a:cubicBezTo>
                  <a:pt x="386970" y="113"/>
                  <a:pt x="413536" y="14112"/>
                  <a:pt x="414160" y="34422"/>
                </a:cubicBezTo>
                <a:cubicBezTo>
                  <a:pt x="414160" y="100068"/>
                  <a:pt x="454903" y="137446"/>
                  <a:pt x="519863" y="137446"/>
                </a:cubicBezTo>
                <a:lnTo>
                  <a:pt x="875113" y="137446"/>
                </a:lnTo>
                <a:lnTo>
                  <a:pt x="1296286" y="137446"/>
                </a:lnTo>
                <a:cubicBezTo>
                  <a:pt x="1361246" y="137446"/>
                  <a:pt x="1388673" y="78492"/>
                  <a:pt x="1388673" y="34422"/>
                </a:cubicBezTo>
                <a:cubicBezTo>
                  <a:pt x="1389297" y="14112"/>
                  <a:pt x="1423854" y="112"/>
                  <a:pt x="1442154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616134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2">
            <a:extLst>
              <a:ext uri="{FF2B5EF4-FFF2-40B4-BE49-F238E27FC236}">
                <a16:creationId xmlns:a16="http://schemas.microsoft.com/office/drawing/2014/main" id="{D7541557-9B63-0E44-BFE0-862F473AE6C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22079" y="703732"/>
            <a:ext cx="2547841" cy="5465220"/>
          </a:xfrm>
          <a:custGeom>
            <a:avLst/>
            <a:gdLst>
              <a:gd name="connsiteX0" fmla="*/ 1442154 w 1810823"/>
              <a:gd name="connsiteY0" fmla="*/ 0 h 3932979"/>
              <a:gd name="connsiteX1" fmla="*/ 1627308 w 1810823"/>
              <a:gd name="connsiteY1" fmla="*/ 0 h 3932979"/>
              <a:gd name="connsiteX2" fmla="*/ 1810823 w 1810823"/>
              <a:gd name="connsiteY2" fmla="*/ 185447 h 3932979"/>
              <a:gd name="connsiteX3" fmla="*/ 1810823 w 1810823"/>
              <a:gd name="connsiteY3" fmla="*/ 3747531 h 3932979"/>
              <a:gd name="connsiteX4" fmla="*/ 1627308 w 1810823"/>
              <a:gd name="connsiteY4" fmla="*/ 3932979 h 3932979"/>
              <a:gd name="connsiteX5" fmla="*/ 935710 w 1810823"/>
              <a:gd name="connsiteY5" fmla="*/ 3932979 h 3932979"/>
              <a:gd name="connsiteX6" fmla="*/ 183517 w 1810823"/>
              <a:gd name="connsiteY6" fmla="*/ 3932979 h 3932979"/>
              <a:gd name="connsiteX7" fmla="*/ 0 w 1810823"/>
              <a:gd name="connsiteY7" fmla="*/ 3747533 h 3932979"/>
              <a:gd name="connsiteX8" fmla="*/ 0 w 1810823"/>
              <a:gd name="connsiteY8" fmla="*/ 185447 h 3932979"/>
              <a:gd name="connsiteX9" fmla="*/ 183517 w 1810823"/>
              <a:gd name="connsiteY9" fmla="*/ 1 h 3932979"/>
              <a:gd name="connsiteX10" fmla="*/ 368670 w 1810823"/>
              <a:gd name="connsiteY10" fmla="*/ 1 h 3932979"/>
              <a:gd name="connsiteX11" fmla="*/ 400842 w 1810823"/>
              <a:gd name="connsiteY11" fmla="*/ 34422 h 3932979"/>
              <a:gd name="connsiteX12" fmla="*/ 517200 w 1810823"/>
              <a:gd name="connsiteY12" fmla="*/ 148233 h 3932979"/>
              <a:gd name="connsiteX13" fmla="*/ 875113 w 1810823"/>
              <a:gd name="connsiteY13" fmla="*/ 148233 h 3932979"/>
              <a:gd name="connsiteX14" fmla="*/ 1293623 w 1810823"/>
              <a:gd name="connsiteY14" fmla="*/ 148233 h 3932979"/>
              <a:gd name="connsiteX15" fmla="*/ 1409981 w 1810823"/>
              <a:gd name="connsiteY15" fmla="*/ 34422 h 3932979"/>
              <a:gd name="connsiteX16" fmla="*/ 1442154 w 1810823"/>
              <a:gd name="connsiteY16" fmla="*/ 0 h 3932979"/>
              <a:gd name="connsiteX0" fmla="*/ 1442154 w 1810823"/>
              <a:gd name="connsiteY0" fmla="*/ 0 h 3932979"/>
              <a:gd name="connsiteX1" fmla="*/ 1627308 w 1810823"/>
              <a:gd name="connsiteY1" fmla="*/ 0 h 3932979"/>
              <a:gd name="connsiteX2" fmla="*/ 1810823 w 1810823"/>
              <a:gd name="connsiteY2" fmla="*/ 185447 h 3932979"/>
              <a:gd name="connsiteX3" fmla="*/ 1810823 w 1810823"/>
              <a:gd name="connsiteY3" fmla="*/ 3747531 h 3932979"/>
              <a:gd name="connsiteX4" fmla="*/ 1627308 w 1810823"/>
              <a:gd name="connsiteY4" fmla="*/ 3932979 h 3932979"/>
              <a:gd name="connsiteX5" fmla="*/ 935710 w 1810823"/>
              <a:gd name="connsiteY5" fmla="*/ 3932979 h 3932979"/>
              <a:gd name="connsiteX6" fmla="*/ 183517 w 1810823"/>
              <a:gd name="connsiteY6" fmla="*/ 3932979 h 3932979"/>
              <a:gd name="connsiteX7" fmla="*/ 0 w 1810823"/>
              <a:gd name="connsiteY7" fmla="*/ 3747533 h 3932979"/>
              <a:gd name="connsiteX8" fmla="*/ 0 w 1810823"/>
              <a:gd name="connsiteY8" fmla="*/ 185447 h 3932979"/>
              <a:gd name="connsiteX9" fmla="*/ 183517 w 1810823"/>
              <a:gd name="connsiteY9" fmla="*/ 1 h 3932979"/>
              <a:gd name="connsiteX10" fmla="*/ 368670 w 1810823"/>
              <a:gd name="connsiteY10" fmla="*/ 1 h 3932979"/>
              <a:gd name="connsiteX11" fmla="*/ 400842 w 1810823"/>
              <a:gd name="connsiteY11" fmla="*/ 34422 h 3932979"/>
              <a:gd name="connsiteX12" fmla="*/ 517200 w 1810823"/>
              <a:gd name="connsiteY12" fmla="*/ 148233 h 3932979"/>
              <a:gd name="connsiteX13" fmla="*/ 875113 w 1810823"/>
              <a:gd name="connsiteY13" fmla="*/ 148233 h 3932979"/>
              <a:gd name="connsiteX14" fmla="*/ 1293623 w 1810823"/>
              <a:gd name="connsiteY14" fmla="*/ 148233 h 3932979"/>
              <a:gd name="connsiteX15" fmla="*/ 1388673 w 1810823"/>
              <a:gd name="connsiteY15" fmla="*/ 34422 h 3932979"/>
              <a:gd name="connsiteX16" fmla="*/ 1442154 w 1810823"/>
              <a:gd name="connsiteY16" fmla="*/ 0 h 3932979"/>
              <a:gd name="connsiteX0" fmla="*/ 1442154 w 1810823"/>
              <a:gd name="connsiteY0" fmla="*/ 0 h 3932979"/>
              <a:gd name="connsiteX1" fmla="*/ 1627308 w 1810823"/>
              <a:gd name="connsiteY1" fmla="*/ 0 h 3932979"/>
              <a:gd name="connsiteX2" fmla="*/ 1810823 w 1810823"/>
              <a:gd name="connsiteY2" fmla="*/ 185447 h 3932979"/>
              <a:gd name="connsiteX3" fmla="*/ 1810823 w 1810823"/>
              <a:gd name="connsiteY3" fmla="*/ 3747531 h 3932979"/>
              <a:gd name="connsiteX4" fmla="*/ 1627308 w 1810823"/>
              <a:gd name="connsiteY4" fmla="*/ 3932979 h 3932979"/>
              <a:gd name="connsiteX5" fmla="*/ 935710 w 1810823"/>
              <a:gd name="connsiteY5" fmla="*/ 3932979 h 3932979"/>
              <a:gd name="connsiteX6" fmla="*/ 183517 w 1810823"/>
              <a:gd name="connsiteY6" fmla="*/ 3932979 h 3932979"/>
              <a:gd name="connsiteX7" fmla="*/ 0 w 1810823"/>
              <a:gd name="connsiteY7" fmla="*/ 3747533 h 3932979"/>
              <a:gd name="connsiteX8" fmla="*/ 0 w 1810823"/>
              <a:gd name="connsiteY8" fmla="*/ 185447 h 3932979"/>
              <a:gd name="connsiteX9" fmla="*/ 183517 w 1810823"/>
              <a:gd name="connsiteY9" fmla="*/ 1 h 3932979"/>
              <a:gd name="connsiteX10" fmla="*/ 368670 w 1810823"/>
              <a:gd name="connsiteY10" fmla="*/ 1 h 3932979"/>
              <a:gd name="connsiteX11" fmla="*/ 400842 w 1810823"/>
              <a:gd name="connsiteY11" fmla="*/ 34422 h 3932979"/>
              <a:gd name="connsiteX12" fmla="*/ 517200 w 1810823"/>
              <a:gd name="connsiteY12" fmla="*/ 148233 h 3932979"/>
              <a:gd name="connsiteX13" fmla="*/ 875113 w 1810823"/>
              <a:gd name="connsiteY13" fmla="*/ 148233 h 3932979"/>
              <a:gd name="connsiteX14" fmla="*/ 1293623 w 1810823"/>
              <a:gd name="connsiteY14" fmla="*/ 148233 h 3932979"/>
              <a:gd name="connsiteX15" fmla="*/ 1388673 w 1810823"/>
              <a:gd name="connsiteY15" fmla="*/ 34422 h 3932979"/>
              <a:gd name="connsiteX16" fmla="*/ 1442154 w 1810823"/>
              <a:gd name="connsiteY16" fmla="*/ 0 h 3932979"/>
              <a:gd name="connsiteX0" fmla="*/ 1442154 w 1810823"/>
              <a:gd name="connsiteY0" fmla="*/ 0 h 3932979"/>
              <a:gd name="connsiteX1" fmla="*/ 1627308 w 1810823"/>
              <a:gd name="connsiteY1" fmla="*/ 0 h 3932979"/>
              <a:gd name="connsiteX2" fmla="*/ 1810823 w 1810823"/>
              <a:gd name="connsiteY2" fmla="*/ 185447 h 3932979"/>
              <a:gd name="connsiteX3" fmla="*/ 1810823 w 1810823"/>
              <a:gd name="connsiteY3" fmla="*/ 3747531 h 3932979"/>
              <a:gd name="connsiteX4" fmla="*/ 1627308 w 1810823"/>
              <a:gd name="connsiteY4" fmla="*/ 3932979 h 3932979"/>
              <a:gd name="connsiteX5" fmla="*/ 935710 w 1810823"/>
              <a:gd name="connsiteY5" fmla="*/ 3932979 h 3932979"/>
              <a:gd name="connsiteX6" fmla="*/ 183517 w 1810823"/>
              <a:gd name="connsiteY6" fmla="*/ 3932979 h 3932979"/>
              <a:gd name="connsiteX7" fmla="*/ 0 w 1810823"/>
              <a:gd name="connsiteY7" fmla="*/ 3747533 h 3932979"/>
              <a:gd name="connsiteX8" fmla="*/ 0 w 1810823"/>
              <a:gd name="connsiteY8" fmla="*/ 185447 h 3932979"/>
              <a:gd name="connsiteX9" fmla="*/ 183517 w 1810823"/>
              <a:gd name="connsiteY9" fmla="*/ 1 h 3932979"/>
              <a:gd name="connsiteX10" fmla="*/ 368670 w 1810823"/>
              <a:gd name="connsiteY10" fmla="*/ 1 h 3932979"/>
              <a:gd name="connsiteX11" fmla="*/ 400842 w 1810823"/>
              <a:gd name="connsiteY11" fmla="*/ 34422 h 3932979"/>
              <a:gd name="connsiteX12" fmla="*/ 517200 w 1810823"/>
              <a:gd name="connsiteY12" fmla="*/ 148233 h 3932979"/>
              <a:gd name="connsiteX13" fmla="*/ 875113 w 1810823"/>
              <a:gd name="connsiteY13" fmla="*/ 148233 h 3932979"/>
              <a:gd name="connsiteX14" fmla="*/ 1296286 w 1810823"/>
              <a:gd name="connsiteY14" fmla="*/ 137446 h 3932979"/>
              <a:gd name="connsiteX15" fmla="*/ 1388673 w 1810823"/>
              <a:gd name="connsiteY15" fmla="*/ 34422 h 3932979"/>
              <a:gd name="connsiteX16" fmla="*/ 1442154 w 1810823"/>
              <a:gd name="connsiteY16" fmla="*/ 0 h 3932979"/>
              <a:gd name="connsiteX0" fmla="*/ 1442154 w 1810823"/>
              <a:gd name="connsiteY0" fmla="*/ 0 h 3932979"/>
              <a:gd name="connsiteX1" fmla="*/ 1627308 w 1810823"/>
              <a:gd name="connsiteY1" fmla="*/ 0 h 3932979"/>
              <a:gd name="connsiteX2" fmla="*/ 1810823 w 1810823"/>
              <a:gd name="connsiteY2" fmla="*/ 185447 h 3932979"/>
              <a:gd name="connsiteX3" fmla="*/ 1810823 w 1810823"/>
              <a:gd name="connsiteY3" fmla="*/ 3747531 h 3932979"/>
              <a:gd name="connsiteX4" fmla="*/ 1627308 w 1810823"/>
              <a:gd name="connsiteY4" fmla="*/ 3932979 h 3932979"/>
              <a:gd name="connsiteX5" fmla="*/ 935710 w 1810823"/>
              <a:gd name="connsiteY5" fmla="*/ 3932979 h 3932979"/>
              <a:gd name="connsiteX6" fmla="*/ 183517 w 1810823"/>
              <a:gd name="connsiteY6" fmla="*/ 3932979 h 3932979"/>
              <a:gd name="connsiteX7" fmla="*/ 0 w 1810823"/>
              <a:gd name="connsiteY7" fmla="*/ 3747533 h 3932979"/>
              <a:gd name="connsiteX8" fmla="*/ 0 w 1810823"/>
              <a:gd name="connsiteY8" fmla="*/ 185447 h 3932979"/>
              <a:gd name="connsiteX9" fmla="*/ 183517 w 1810823"/>
              <a:gd name="connsiteY9" fmla="*/ 1 h 3932979"/>
              <a:gd name="connsiteX10" fmla="*/ 368670 w 1810823"/>
              <a:gd name="connsiteY10" fmla="*/ 1 h 3932979"/>
              <a:gd name="connsiteX11" fmla="*/ 414160 w 1810823"/>
              <a:gd name="connsiteY11" fmla="*/ 34422 h 3932979"/>
              <a:gd name="connsiteX12" fmla="*/ 517200 w 1810823"/>
              <a:gd name="connsiteY12" fmla="*/ 148233 h 3932979"/>
              <a:gd name="connsiteX13" fmla="*/ 875113 w 1810823"/>
              <a:gd name="connsiteY13" fmla="*/ 148233 h 3932979"/>
              <a:gd name="connsiteX14" fmla="*/ 1296286 w 1810823"/>
              <a:gd name="connsiteY14" fmla="*/ 137446 h 3932979"/>
              <a:gd name="connsiteX15" fmla="*/ 1388673 w 1810823"/>
              <a:gd name="connsiteY15" fmla="*/ 34422 h 3932979"/>
              <a:gd name="connsiteX16" fmla="*/ 1442154 w 1810823"/>
              <a:gd name="connsiteY16" fmla="*/ 0 h 3932979"/>
              <a:gd name="connsiteX0" fmla="*/ 1442154 w 1810823"/>
              <a:gd name="connsiteY0" fmla="*/ 0 h 3932979"/>
              <a:gd name="connsiteX1" fmla="*/ 1627308 w 1810823"/>
              <a:gd name="connsiteY1" fmla="*/ 0 h 3932979"/>
              <a:gd name="connsiteX2" fmla="*/ 1810823 w 1810823"/>
              <a:gd name="connsiteY2" fmla="*/ 185447 h 3932979"/>
              <a:gd name="connsiteX3" fmla="*/ 1810823 w 1810823"/>
              <a:gd name="connsiteY3" fmla="*/ 3747531 h 3932979"/>
              <a:gd name="connsiteX4" fmla="*/ 1627308 w 1810823"/>
              <a:gd name="connsiteY4" fmla="*/ 3932979 h 3932979"/>
              <a:gd name="connsiteX5" fmla="*/ 935710 w 1810823"/>
              <a:gd name="connsiteY5" fmla="*/ 3932979 h 3932979"/>
              <a:gd name="connsiteX6" fmla="*/ 183517 w 1810823"/>
              <a:gd name="connsiteY6" fmla="*/ 3932979 h 3932979"/>
              <a:gd name="connsiteX7" fmla="*/ 0 w 1810823"/>
              <a:gd name="connsiteY7" fmla="*/ 3747533 h 3932979"/>
              <a:gd name="connsiteX8" fmla="*/ 0 w 1810823"/>
              <a:gd name="connsiteY8" fmla="*/ 185447 h 3932979"/>
              <a:gd name="connsiteX9" fmla="*/ 183517 w 1810823"/>
              <a:gd name="connsiteY9" fmla="*/ 1 h 3932979"/>
              <a:gd name="connsiteX10" fmla="*/ 368670 w 1810823"/>
              <a:gd name="connsiteY10" fmla="*/ 1 h 3932979"/>
              <a:gd name="connsiteX11" fmla="*/ 414160 w 1810823"/>
              <a:gd name="connsiteY11" fmla="*/ 34422 h 3932979"/>
              <a:gd name="connsiteX12" fmla="*/ 519863 w 1810823"/>
              <a:gd name="connsiteY12" fmla="*/ 137446 h 3932979"/>
              <a:gd name="connsiteX13" fmla="*/ 875113 w 1810823"/>
              <a:gd name="connsiteY13" fmla="*/ 148233 h 3932979"/>
              <a:gd name="connsiteX14" fmla="*/ 1296286 w 1810823"/>
              <a:gd name="connsiteY14" fmla="*/ 137446 h 3932979"/>
              <a:gd name="connsiteX15" fmla="*/ 1388673 w 1810823"/>
              <a:gd name="connsiteY15" fmla="*/ 34422 h 3932979"/>
              <a:gd name="connsiteX16" fmla="*/ 1442154 w 1810823"/>
              <a:gd name="connsiteY16" fmla="*/ 0 h 3932979"/>
              <a:gd name="connsiteX0" fmla="*/ 1442154 w 1810823"/>
              <a:gd name="connsiteY0" fmla="*/ 0 h 3932979"/>
              <a:gd name="connsiteX1" fmla="*/ 1627308 w 1810823"/>
              <a:gd name="connsiteY1" fmla="*/ 0 h 3932979"/>
              <a:gd name="connsiteX2" fmla="*/ 1810823 w 1810823"/>
              <a:gd name="connsiteY2" fmla="*/ 185447 h 3932979"/>
              <a:gd name="connsiteX3" fmla="*/ 1810823 w 1810823"/>
              <a:gd name="connsiteY3" fmla="*/ 3747531 h 3932979"/>
              <a:gd name="connsiteX4" fmla="*/ 1627308 w 1810823"/>
              <a:gd name="connsiteY4" fmla="*/ 3932979 h 3932979"/>
              <a:gd name="connsiteX5" fmla="*/ 935710 w 1810823"/>
              <a:gd name="connsiteY5" fmla="*/ 3932979 h 3932979"/>
              <a:gd name="connsiteX6" fmla="*/ 183517 w 1810823"/>
              <a:gd name="connsiteY6" fmla="*/ 3932979 h 3932979"/>
              <a:gd name="connsiteX7" fmla="*/ 0 w 1810823"/>
              <a:gd name="connsiteY7" fmla="*/ 3747533 h 3932979"/>
              <a:gd name="connsiteX8" fmla="*/ 0 w 1810823"/>
              <a:gd name="connsiteY8" fmla="*/ 185447 h 3932979"/>
              <a:gd name="connsiteX9" fmla="*/ 183517 w 1810823"/>
              <a:gd name="connsiteY9" fmla="*/ 1 h 3932979"/>
              <a:gd name="connsiteX10" fmla="*/ 368670 w 1810823"/>
              <a:gd name="connsiteY10" fmla="*/ 1 h 3932979"/>
              <a:gd name="connsiteX11" fmla="*/ 414160 w 1810823"/>
              <a:gd name="connsiteY11" fmla="*/ 34422 h 3932979"/>
              <a:gd name="connsiteX12" fmla="*/ 519863 w 1810823"/>
              <a:gd name="connsiteY12" fmla="*/ 137446 h 3932979"/>
              <a:gd name="connsiteX13" fmla="*/ 875113 w 1810823"/>
              <a:gd name="connsiteY13" fmla="*/ 137446 h 3932979"/>
              <a:gd name="connsiteX14" fmla="*/ 1296286 w 1810823"/>
              <a:gd name="connsiteY14" fmla="*/ 137446 h 3932979"/>
              <a:gd name="connsiteX15" fmla="*/ 1388673 w 1810823"/>
              <a:gd name="connsiteY15" fmla="*/ 34422 h 3932979"/>
              <a:gd name="connsiteX16" fmla="*/ 1442154 w 1810823"/>
              <a:gd name="connsiteY16" fmla="*/ 0 h 3932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810823" h="3932979">
                <a:moveTo>
                  <a:pt x="1442154" y="0"/>
                </a:moveTo>
                <a:lnTo>
                  <a:pt x="1627308" y="0"/>
                </a:lnTo>
                <a:cubicBezTo>
                  <a:pt x="1728659" y="0"/>
                  <a:pt x="1810823" y="83027"/>
                  <a:pt x="1810823" y="185447"/>
                </a:cubicBezTo>
                <a:lnTo>
                  <a:pt x="1810823" y="3747531"/>
                </a:lnTo>
                <a:cubicBezTo>
                  <a:pt x="1810823" y="3849953"/>
                  <a:pt x="1728659" y="3932979"/>
                  <a:pt x="1627308" y="3932979"/>
                </a:cubicBezTo>
                <a:lnTo>
                  <a:pt x="935710" y="3932979"/>
                </a:lnTo>
                <a:lnTo>
                  <a:pt x="183517" y="3932979"/>
                </a:lnTo>
                <a:cubicBezTo>
                  <a:pt x="82165" y="3932979"/>
                  <a:pt x="0" y="3849953"/>
                  <a:pt x="0" y="3747533"/>
                </a:cubicBezTo>
                <a:lnTo>
                  <a:pt x="0" y="185447"/>
                </a:lnTo>
                <a:cubicBezTo>
                  <a:pt x="0" y="83027"/>
                  <a:pt x="82165" y="1"/>
                  <a:pt x="183517" y="1"/>
                </a:cubicBezTo>
                <a:lnTo>
                  <a:pt x="368670" y="1"/>
                </a:lnTo>
                <a:cubicBezTo>
                  <a:pt x="386970" y="113"/>
                  <a:pt x="413536" y="14112"/>
                  <a:pt x="414160" y="34422"/>
                </a:cubicBezTo>
                <a:cubicBezTo>
                  <a:pt x="414160" y="100068"/>
                  <a:pt x="454903" y="137446"/>
                  <a:pt x="519863" y="137446"/>
                </a:cubicBezTo>
                <a:lnTo>
                  <a:pt x="875113" y="137446"/>
                </a:lnTo>
                <a:lnTo>
                  <a:pt x="1296286" y="137446"/>
                </a:lnTo>
                <a:cubicBezTo>
                  <a:pt x="1361246" y="137446"/>
                  <a:pt x="1388673" y="78492"/>
                  <a:pt x="1388673" y="34422"/>
                </a:cubicBezTo>
                <a:cubicBezTo>
                  <a:pt x="1389297" y="14112"/>
                  <a:pt x="1423854" y="112"/>
                  <a:pt x="1442154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423037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1F99C19-38FF-72D5-4FE3-DE10A7AB49F1}"/>
              </a:ext>
            </a:extLst>
          </p:cNvPr>
          <p:cNvSpPr txBox="1"/>
          <p:nvPr userDrawn="1"/>
        </p:nvSpPr>
        <p:spPr bwMode="gray">
          <a:xfrm>
            <a:off x="283180" y="6375688"/>
            <a:ext cx="377825" cy="276225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wrap="none" lIns="0" tIns="0" rIns="0" bIns="0" rtlCol="0" anchor="b" anchorCtr="0">
            <a:noAutofit/>
          </a:bodyPr>
          <a:lstStyle/>
          <a:p>
            <a:pPr algn="l">
              <a:lnSpc>
                <a:spcPct val="90000"/>
              </a:lnSpc>
            </a:pPr>
            <a:fld id="{6CE8C368-3382-4C28-AE75-DF7C05ACA19D}" type="slidenum">
              <a:rPr lang="en-US" sz="1000" b="0">
                <a:solidFill>
                  <a:schemeClr val="accent2"/>
                </a:solidFill>
                <a:latin typeface="Arial" panose="020B0604020202020204" pitchFamily="34" charset="0"/>
              </a:rPr>
              <a:pPr algn="l">
                <a:lnSpc>
                  <a:spcPct val="90000"/>
                </a:lnSpc>
              </a:pPr>
              <a:t>‹#›</a:t>
            </a:fld>
            <a:endParaRPr lang="en-US" sz="1000" b="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014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77" r:id="rId2"/>
    <p:sldLayoutId id="2147483678" r:id="rId3"/>
    <p:sldLayoutId id="2147483679" r:id="rId4"/>
    <p:sldLayoutId id="2147483693" r:id="rId5"/>
    <p:sldLayoutId id="2147483694" r:id="rId6"/>
    <p:sldLayoutId id="2147483649" r:id="rId7"/>
    <p:sldLayoutId id="2147483654" r:id="rId8"/>
    <p:sldLayoutId id="2147483651" r:id="rId9"/>
    <p:sldLayoutId id="2147483652" r:id="rId10"/>
    <p:sldLayoutId id="2147483653" r:id="rId11"/>
    <p:sldLayoutId id="2147483656" r:id="rId12"/>
    <p:sldLayoutId id="2147483655" r:id="rId13"/>
    <p:sldLayoutId id="2147483657" r:id="rId14"/>
    <p:sldLayoutId id="2147483658" r:id="rId15"/>
    <p:sldLayoutId id="2147483659" r:id="rId16"/>
    <p:sldLayoutId id="2147483660" r:id="rId17"/>
    <p:sldLayoutId id="2147483661" r:id="rId18"/>
    <p:sldLayoutId id="2147483662" r:id="rId19"/>
    <p:sldLayoutId id="2147483663" r:id="rId20"/>
    <p:sldLayoutId id="2147483672" r:id="rId21"/>
    <p:sldLayoutId id="2147483664" r:id="rId22"/>
    <p:sldLayoutId id="2147483665" r:id="rId23"/>
    <p:sldLayoutId id="2147483666" r:id="rId24"/>
    <p:sldLayoutId id="2147483668" r:id="rId25"/>
    <p:sldLayoutId id="2147483667" r:id="rId26"/>
    <p:sldLayoutId id="2147483669" r:id="rId27"/>
    <p:sldLayoutId id="2147483670" r:id="rId28"/>
    <p:sldLayoutId id="2147483671" r:id="rId29"/>
    <p:sldLayoutId id="2147483673" r:id="rId30"/>
    <p:sldLayoutId id="2147483674" r:id="rId31"/>
    <p:sldLayoutId id="2147483675" r:id="rId32"/>
    <p:sldLayoutId id="2147483676" r:id="rId3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27D73EC-9739-F94F-9B97-6C8EF2204536}"/>
              </a:ext>
            </a:extLst>
          </p:cNvPr>
          <p:cNvSpPr/>
          <p:nvPr/>
        </p:nvSpPr>
        <p:spPr>
          <a:xfrm>
            <a:off x="1014484" y="1239643"/>
            <a:ext cx="10476931" cy="4132491"/>
          </a:xfrm>
          <a:prstGeom prst="rect">
            <a:avLst/>
          </a:prstGeom>
          <a:solidFill>
            <a:schemeClr val="accent4">
              <a:lumMod val="50000"/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ea"/>
              <a:ea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EF36D9-41B5-0D4F-B112-66548CF4C39C}"/>
              </a:ext>
            </a:extLst>
          </p:cNvPr>
          <p:cNvSpPr txBox="1"/>
          <p:nvPr/>
        </p:nvSpPr>
        <p:spPr>
          <a:xfrm>
            <a:off x="1530127" y="1982450"/>
            <a:ext cx="69740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spc="-100" dirty="0">
                <a:solidFill>
                  <a:schemeClr val="bg1"/>
                </a:solidFill>
                <a:latin typeface="+mj-ea"/>
                <a:ea typeface="+mj-ea"/>
              </a:rPr>
              <a:t>레포 인사이트</a:t>
            </a:r>
            <a:endParaRPr lang="en-US" sz="4800" b="1" spc="-100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sz="2000" b="0">
                <a:solidFill>
                  <a:srgbClr val="FFFFFF"/>
                </a:solidFill>
                <a:latin typeface="Calibri"/>
              </a:rPr>
              <a:t>GitHub 레포 분석 → Notion 포트폴리오 자동화 도구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6EF7E2-BE27-5E44-96B5-F36FF942CD14}"/>
              </a:ext>
            </a:extLst>
          </p:cNvPr>
          <p:cNvSpPr txBox="1"/>
          <p:nvPr/>
        </p:nvSpPr>
        <p:spPr>
          <a:xfrm>
            <a:off x="8672773" y="263058"/>
            <a:ext cx="34628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kern="0">
                <a:effectLst/>
                <a:latin typeface="+mj-ea"/>
                <a:ea typeface="+mj-ea"/>
                <a:cs typeface="굴림" panose="020B0600000101010101" pitchFamily="50" charset="-127"/>
              </a:rPr>
              <a:t>Advanced Cloud Developer 심화 과정 · 3차시 실습 결과보고</a:t>
            </a:r>
            <a:endParaRPr lang="en-US" sz="1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F82D0C-6CB0-6487-9482-57561F9B6BE6}"/>
              </a:ext>
            </a:extLst>
          </p:cNvPr>
          <p:cNvSpPr txBox="1"/>
          <p:nvPr/>
        </p:nvSpPr>
        <p:spPr>
          <a:xfrm>
            <a:off x="10671841" y="484041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성명</a:t>
            </a:r>
            <a:endParaRPr 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02051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does Microsoft's largest datacenter look like? - OpenSistemas">
            <a:extLst>
              <a:ext uri="{FF2B5EF4-FFF2-40B4-BE49-F238E27FC236}">
                <a16:creationId xmlns:a16="http://schemas.microsoft.com/office/drawing/2014/main" id="{AB2420E5-18D6-78E8-6E22-91B9A5CC7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965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3B83649-453D-39E9-2710-4FA6C12827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350" y="2667001"/>
            <a:ext cx="11417300" cy="761999"/>
          </a:xfrm>
        </p:spPr>
        <p:txBody>
          <a:bodyPr/>
          <a:lstStyle/>
          <a:p>
            <a:pPr algn="ctr"/>
            <a:r>
              <a:rPr lang="ko-KR" altLang="en-US" sz="4800" dirty="0">
                <a:solidFill>
                  <a:schemeClr val="bg1"/>
                </a:solidFill>
              </a:rPr>
              <a:t>1. 프로젝트 개요</a:t>
            </a:r>
          </a:p>
        </p:txBody>
      </p:sp>
    </p:spTree>
    <p:extLst>
      <p:ext uri="{BB962C8B-B14F-4D97-AF65-F5344CB8AC3E}">
        <p14:creationId xmlns:p14="http://schemas.microsoft.com/office/powerpoint/2010/main" val="3367296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4485;p170">
            <a:extLst>
              <a:ext uri="{FF2B5EF4-FFF2-40B4-BE49-F238E27FC236}">
                <a16:creationId xmlns:a16="http://schemas.microsoft.com/office/drawing/2014/main" id="{B4B6FC02-F2DA-354A-B341-57221D0E20C4}"/>
              </a:ext>
            </a:extLst>
          </p:cNvPr>
          <p:cNvSpPr txBox="1">
            <a:spLocks/>
          </p:cNvSpPr>
          <p:nvPr/>
        </p:nvSpPr>
        <p:spPr>
          <a:xfrm>
            <a:off x="426424" y="302551"/>
            <a:ext cx="113358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135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3700"/>
              <a:buFont typeface="Quattrocento Sans"/>
              <a:buNone/>
            </a:pPr>
            <a:r>
              <a:rPr lang="ko-KR" altLang="en-US" sz="3000" b="1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1-1. 주제 확정 — 레포 인사이트</a:t>
            </a:r>
            <a:endParaRPr lang="en-US" sz="45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475488" y="182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6FB3"/>
                </a:solidFill>
                <a:latin typeface="Calibri"/>
              </a:rPr>
              <a:t>1. 프로젝트 개요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02920" y="1234440"/>
            <a:ext cx="7040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b="1" sz="1450">
                <a:solidFill>
                  <a:srgbClr val="1E2761"/>
                </a:solidFill>
                <a:latin typeface="Calibri"/>
              </a:rPr>
              <a:t>누가: </a:t>
            </a:r>
            <a:r>
              <a:rPr sz="1450">
                <a:solidFill>
                  <a:srgbClr val="2A3344"/>
                </a:solidFill>
                <a:latin typeface="Calibri"/>
              </a:rPr>
              <a:t>자신이 만든 GitHub 공개 레포를 이력서·포트폴리오에 정리해야 하는 개발자가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b="1" sz="1450">
                <a:solidFill>
                  <a:srgbClr val="1E2761"/>
                </a:solidFill>
                <a:latin typeface="Calibri"/>
              </a:rPr>
              <a:t>무엇을: </a:t>
            </a:r>
            <a:r>
              <a:rPr sz="1450">
                <a:solidFill>
                  <a:srgbClr val="2A3344"/>
                </a:solidFill>
                <a:latin typeface="Calibri"/>
              </a:rPr>
              <a:t>레포 URL 하나만 입력하면 구조·기술스택·커밋 히스토리를 자동 분석해 리포트를 만들고, 확인 후 버튼 클릭으로 Notion 포트폴리오 페이지에 업로드하는 도구를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b="1" sz="1450">
                <a:solidFill>
                  <a:srgbClr val="1E2761"/>
                </a:solidFill>
                <a:latin typeface="Calibri"/>
              </a:rPr>
              <a:t>왜: </a:t>
            </a:r>
            <a:r>
              <a:rPr sz="1450">
                <a:solidFill>
                  <a:srgbClr val="2A3344"/>
                </a:solidFill>
                <a:latin typeface="Calibri"/>
              </a:rPr>
              <a:t>레포를 직접 열어 구조·README·커밋·언어 비율을 눈으로 훑고 손으로 정리하는 반복 작업을 줄이기 위해 만든다.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02920" y="4160520"/>
            <a:ext cx="7040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50">
                <a:solidFill>
                  <a:srgbClr val="4A5B72"/>
                </a:solidFill>
                <a:latin typeface="Calibri"/>
              </a:rPr>
              <a:t>•  데이터 소스: (b) 공개 데이터 수집 — GitHub REST API(메타데이터·구조·커밋·언어·README)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50">
                <a:solidFill>
                  <a:srgbClr val="4A5B72"/>
                </a:solidFill>
                <a:latin typeface="Calibri"/>
              </a:rPr>
              <a:t>•  산출물 형태: 리포트 문서(Markdown) + 화면(입력/실행/미리보기/이력) 둘 다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50">
                <a:solidFill>
                  <a:srgbClr val="4A5B72"/>
                </a:solidFill>
                <a:latin typeface="Calibri"/>
              </a:rPr>
              <a:t>•  민감 데이터 아님 — 커밋 작성자 이메일 등은 마스킹 처리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7818120" y="1234440"/>
            <a:ext cx="38862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600" b="1">
                <a:solidFill>
                  <a:srgbClr val="1E2761"/>
                </a:solidFill>
                <a:latin typeface="Calibri"/>
              </a:rPr>
              <a:t>20~30분 → 5분</a:t>
            </a:r>
          </a:p>
          <a:p>
            <a:pPr algn="ctr"/>
            <a:r>
              <a:rPr sz="1100">
                <a:solidFill>
                  <a:srgbClr val="4A5B72"/>
                </a:solidFill>
                <a:latin typeface="Calibri"/>
              </a:rPr>
              <a:t>레포 1건당 정리 소요시간 절감 목표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7818120" y="2606040"/>
            <a:ext cx="38862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600" b="1">
                <a:solidFill>
                  <a:srgbClr val="1E2761"/>
                </a:solidFill>
                <a:latin typeface="Calibri"/>
              </a:rPr>
              <a:t>약 80%+</a:t>
            </a:r>
          </a:p>
          <a:p>
            <a:pPr algn="ctr"/>
            <a:r>
              <a:rPr sz="1100">
                <a:solidFill>
                  <a:srgbClr val="4A5B72"/>
                </a:solidFill>
                <a:latin typeface="Calibri"/>
              </a:rPr>
              <a:t>시간 절감률 가설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7818120" y="3977639"/>
            <a:ext cx="38862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600" b="1">
                <a:solidFill>
                  <a:srgbClr val="1E2761"/>
                </a:solidFill>
                <a:latin typeface="Calibri"/>
              </a:rPr>
              <a:t>5~10건</a:t>
            </a:r>
          </a:p>
          <a:p>
            <a:pPr algn="ctr"/>
            <a:r>
              <a:rPr sz="1100">
                <a:solidFill>
                  <a:srgbClr val="4A5B72"/>
                </a:solidFill>
                <a:latin typeface="Calibri"/>
              </a:rPr>
              <a:t>이직·이력서 갱신 시기당 정리 레포 수</a:t>
            </a:r>
          </a:p>
        </p:txBody>
      </p:sp>
    </p:spTree>
    <p:extLst>
      <p:ext uri="{BB962C8B-B14F-4D97-AF65-F5344CB8AC3E}">
        <p14:creationId xmlns:p14="http://schemas.microsoft.com/office/powerpoint/2010/main" val="3418154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does Microsoft's largest datacenter look like? - OpenSistemas">
            <a:extLst>
              <a:ext uri="{FF2B5EF4-FFF2-40B4-BE49-F238E27FC236}">
                <a16:creationId xmlns:a16="http://schemas.microsoft.com/office/drawing/2014/main" id="{AB2420E5-18D6-78E8-6E22-91B9A5CC7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965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3B83649-453D-39E9-2710-4FA6C12827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350" y="2667001"/>
            <a:ext cx="11417300" cy="761999"/>
          </a:xfrm>
        </p:spPr>
        <p:txBody>
          <a:bodyPr/>
          <a:lstStyle/>
          <a:p>
            <a:pPr algn="ctr"/>
            <a:r>
              <a:rPr lang="ko-KR" altLang="en-US" sz="4800" dirty="0">
                <a:solidFill>
                  <a:schemeClr val="bg1"/>
                </a:solidFill>
              </a:rPr>
              <a:t>2. 개발 환경 및 요구사항 분석</a:t>
            </a:r>
          </a:p>
        </p:txBody>
      </p:sp>
    </p:spTree>
    <p:extLst>
      <p:ext uri="{BB962C8B-B14F-4D97-AF65-F5344CB8AC3E}">
        <p14:creationId xmlns:p14="http://schemas.microsoft.com/office/powerpoint/2010/main" val="3367296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4485;p170">
            <a:extLst>
              <a:ext uri="{FF2B5EF4-FFF2-40B4-BE49-F238E27FC236}">
                <a16:creationId xmlns:a16="http://schemas.microsoft.com/office/drawing/2014/main" id="{B4B6FC02-F2DA-354A-B341-57221D0E20C4}"/>
              </a:ext>
            </a:extLst>
          </p:cNvPr>
          <p:cNvSpPr txBox="1">
            <a:spLocks/>
          </p:cNvSpPr>
          <p:nvPr/>
        </p:nvSpPr>
        <p:spPr>
          <a:xfrm>
            <a:off x="426424" y="302551"/>
            <a:ext cx="113358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135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3700"/>
              <a:buFont typeface="Quattrocento Sans"/>
              <a:buNone/>
            </a:pPr>
            <a:r>
              <a:rPr lang="ko-KR" altLang="en-US" sz="3000" b="1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2-1. 환경 점검</a:t>
            </a:r>
            <a:endParaRPr lang="en-US" sz="45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475488" y="182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6FB3"/>
                </a:solidFill>
                <a:latin typeface="Calibri"/>
              </a:rPr>
              <a:t>2. 개발 환경 및 요구사항 분석</a:t>
            </a:r>
          </a:p>
        </p:txBody>
      </p:sp>
      <p:graphicFrame>
        <p:nvGraphicFramePr>
          <p:cNvPr id="118" name="Table 117"/>
          <p:cNvGraphicFramePr>
            <a:graphicFrameLocks noGrp="1"/>
          </p:cNvGraphicFramePr>
          <p:nvPr/>
        </p:nvGraphicFramePr>
        <p:xfrm>
          <a:off x="502920" y="1280160"/>
          <a:ext cx="11155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828800"/>
                <a:gridCol w="5852160"/>
                <a:gridCol w="1097280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항목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기대값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실제값 / 조치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결과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Node.js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설치됨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v24.19.0 (npm 11.17.0)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Docker Desktop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실행 중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엔진 중지 → 사용자 승인 후 기동 확인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O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k3d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설치·정상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v5.9.0, 기존 클러스터 k3d-myapp-dev 재기동 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MCP 4종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등록됨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filesystem·context7·Sequential Thinking·Playwright 신규 등록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O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xlsx 생성 수단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Claude Code 내장 xlsx Skill 사용(설치 불필요)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9" name="TextBox 118"/>
          <p:cNvSpPr txBox="1"/>
          <p:nvPr/>
        </p:nvSpPr>
        <p:spPr>
          <a:xfrm>
            <a:off x="502920" y="429768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50">
                <a:solidFill>
                  <a:srgbClr val="4A5B72"/>
                </a:solidFill>
                <a:latin typeface="Calibri"/>
              </a:rPr>
              <a:t>•  종합 판단: 최종 X(미해결) 항목 없음 — 세션 시작 시 발견된 두 이슈(Docker 엔진 중지, MCP 미등록)는 사용자 승인 후 모두 해결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50">
                <a:solidFill>
                  <a:srgbClr val="4A5B72"/>
                </a:solidFill>
                <a:latin typeface="Calibri"/>
              </a:rPr>
              <a:t>•  1차시 산출물(F4_Database_선택가이드.md 등) 재활용 가능성 확인 — 최종 재활용 여부는 주제 확정 후 판단</a:t>
            </a:r>
          </a:p>
        </p:txBody>
      </p:sp>
    </p:spTree>
    <p:extLst>
      <p:ext uri="{BB962C8B-B14F-4D97-AF65-F5344CB8AC3E}">
        <p14:creationId xmlns:p14="http://schemas.microsoft.com/office/powerpoint/2010/main" val="3418154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4485;p170">
            <a:extLst>
              <a:ext uri="{FF2B5EF4-FFF2-40B4-BE49-F238E27FC236}">
                <a16:creationId xmlns:a16="http://schemas.microsoft.com/office/drawing/2014/main" id="{B4B6FC02-F2DA-354A-B341-57221D0E20C4}"/>
              </a:ext>
            </a:extLst>
          </p:cNvPr>
          <p:cNvSpPr txBox="1">
            <a:spLocks/>
          </p:cNvSpPr>
          <p:nvPr/>
        </p:nvSpPr>
        <p:spPr>
          <a:xfrm>
            <a:off x="426424" y="302551"/>
            <a:ext cx="113358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135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3700"/>
              <a:buFont typeface="Quattrocento Sans"/>
              <a:buNone/>
            </a:pPr>
            <a:r>
              <a:rPr lang="ko-KR" altLang="en-US" sz="3000" b="1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2-2. 앱기획 스펙 (1/2) — 사용자 스토리 · MVP</a:t>
            </a:r>
            <a:endParaRPr lang="en-US" sz="45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475488" y="182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6FB3"/>
                </a:solidFill>
                <a:latin typeface="Calibri"/>
              </a:rPr>
              <a:t>2. 개발 환경 및 요구사항 분석</a:t>
            </a:r>
          </a:p>
        </p:txBody>
      </p:sp>
      <p:graphicFrame>
        <p:nvGraphicFramePr>
          <p:cNvPr id="118" name="Table 117"/>
          <p:cNvGraphicFramePr>
            <a:graphicFrameLocks noGrp="1"/>
          </p:cNvGraphicFramePr>
          <p:nvPr/>
        </p:nvGraphicFramePr>
        <p:xfrm>
          <a:off x="502920" y="1234440"/>
          <a:ext cx="111556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7680960"/>
                <a:gridCol w="2743200"/>
              </a:tblGrid>
              <a:tr h="4343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사용자 스토리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US1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GitHub 레포 URL 입력 → 구조·기술스택·커밋 요약 리포트 자동 수신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분석 1건: 20~30분 → 5분 이내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US2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생성된 리포트를 별도 복사 없이 Notion에 바로 저장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업로드 원클릭, 수동 복사 0회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US3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과거 분석 이력을 재조회해 포트폴리오 갱신 시 재사용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이력 재조회 100%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9" name="TextBox 118"/>
          <p:cNvSpPr txBox="1"/>
          <p:nvPr/>
        </p:nvSpPr>
        <p:spPr>
          <a:xfrm>
            <a:off x="502920" y="3200400"/>
            <a:ext cx="11155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1" sz="1350">
                <a:solidFill>
                  <a:srgbClr val="1E2761"/>
                </a:solidFill>
                <a:latin typeface="Calibri"/>
              </a:rPr>
              <a:t>필수(MVP): </a:t>
            </a:r>
            <a:r>
              <a:rPr sz="1350">
                <a:solidFill>
                  <a:srgbClr val="2A3344"/>
                </a:solidFill>
                <a:latin typeface="Calibri"/>
              </a:rPr>
              <a:t>URL 입력→분석→미리보기→Notion 업로드 · SQLite 영속 저장 · 입력검증 · 감사로그(누가·언제·무엇) · 개인정보 마스킹 · 역할 스위치(관리자/일반, 서버 측 403 차단)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1" sz="1350">
                <a:solidFill>
                  <a:srgbClr val="1E2761"/>
                </a:solidFill>
                <a:latin typeface="Calibri"/>
              </a:rPr>
              <a:t>나중(Post-MVP): </a:t>
            </a:r>
            <a:r>
              <a:rPr sz="1350">
                <a:solidFill>
                  <a:srgbClr val="2A3344"/>
                </a:solidFill>
                <a:latin typeface="Calibri"/>
              </a:rPr>
              <a:t>다중 사용자 인증(OAuth) · 정기 배치 재분석 · 레포 간 비교 · Slack 연동</a:t>
            </a:r>
          </a:p>
        </p:txBody>
      </p:sp>
    </p:spTree>
    <p:extLst>
      <p:ext uri="{BB962C8B-B14F-4D97-AF65-F5344CB8AC3E}">
        <p14:creationId xmlns:p14="http://schemas.microsoft.com/office/powerpoint/2010/main" val="3418154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4485;p170">
            <a:extLst>
              <a:ext uri="{FF2B5EF4-FFF2-40B4-BE49-F238E27FC236}">
                <a16:creationId xmlns:a16="http://schemas.microsoft.com/office/drawing/2014/main" id="{B4B6FC02-F2DA-354A-B341-57221D0E20C4}"/>
              </a:ext>
            </a:extLst>
          </p:cNvPr>
          <p:cNvSpPr txBox="1">
            <a:spLocks/>
          </p:cNvSpPr>
          <p:nvPr/>
        </p:nvSpPr>
        <p:spPr>
          <a:xfrm>
            <a:off x="426424" y="302551"/>
            <a:ext cx="113358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135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3700"/>
              <a:buFont typeface="Quattrocento Sans"/>
              <a:buNone/>
            </a:pPr>
            <a:r>
              <a:rPr lang="ko-KR" altLang="en-US" sz="3000" b="1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2-2. 앱기획 스펙 (2/2) — 인수조건 · 오픈소스 후보</a:t>
            </a:r>
            <a:endParaRPr lang="en-US" sz="45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475488" y="182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6FB3"/>
                </a:solidFill>
                <a:latin typeface="Calibri"/>
              </a:rPr>
              <a:t>2. 개발 환경 및 요구사항 분석</a:t>
            </a:r>
          </a:p>
        </p:txBody>
      </p:sp>
      <p:graphicFrame>
        <p:nvGraphicFramePr>
          <p:cNvPr id="118" name="Table 117"/>
          <p:cNvGraphicFramePr>
            <a:graphicFrameLocks noGrp="1"/>
          </p:cNvGraphicFramePr>
          <p:nvPr/>
        </p:nvGraphicFramePr>
        <p:xfrm>
          <a:off x="502920" y="1234440"/>
          <a:ext cx="64008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005840"/>
                <a:gridCol w="4572000"/>
              </a:tblGrid>
              <a:tr h="50945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AC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구분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내용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AC1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유효 레포 URL → 분석 실행 → 리포트 화면 표시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AC2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리포트 확인 후 Notion 업로드 → 페이지 링크 표시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AC3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이력 목록에서 과거 분석 재조회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AC4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예외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비공개/미존재 레포 → 안내 후 리포트 미생성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AC5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예외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GitHub Rate Limit 초과 → 재시도 가능 시각 안내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AC6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예외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Notion 토큰 미설정/만료 → 오류 안내, 토큰값 비노출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</a:tr>
            </a:tbl>
          </a:graphicData>
        </a:graphic>
      </p:graphicFrame>
      <p:sp>
        <p:nvSpPr>
          <p:cNvPr id="119" name="TextBox 118"/>
          <p:cNvSpPr txBox="1"/>
          <p:nvPr/>
        </p:nvSpPr>
        <p:spPr>
          <a:xfrm>
            <a:off x="7178040" y="1234440"/>
            <a:ext cx="4526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1" sz="1300">
                <a:solidFill>
                  <a:srgbClr val="1E2761"/>
                </a:solidFill>
                <a:latin typeface="Calibri"/>
              </a:rPr>
              <a:t>GitHub 연동: </a:t>
            </a:r>
            <a:r>
              <a:rPr sz="1300">
                <a:solidFill>
                  <a:srgbClr val="2A3344"/>
                </a:solidFill>
                <a:latin typeface="Calibri"/>
              </a:rPr>
              <a:t>@octokit/rest (MIT)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1" sz="1300">
                <a:solidFill>
                  <a:srgbClr val="1E2761"/>
                </a:solidFill>
                <a:latin typeface="Calibri"/>
              </a:rPr>
              <a:t>Notion 연동: </a:t>
            </a:r>
            <a:r>
              <a:rPr sz="1300">
                <a:solidFill>
                  <a:srgbClr val="2A3344"/>
                </a:solidFill>
                <a:latin typeface="Calibri"/>
              </a:rPr>
              <a:t>@notionhq/client (MIT)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1" sz="1300">
                <a:solidFill>
                  <a:srgbClr val="1E2761"/>
                </a:solidFill>
                <a:latin typeface="Calibri"/>
              </a:rPr>
              <a:t>서버: </a:t>
            </a:r>
            <a:r>
              <a:rPr sz="1300">
                <a:solidFill>
                  <a:srgbClr val="2A3344"/>
                </a:solidFill>
                <a:latin typeface="Calibri"/>
              </a:rPr>
              <a:t>Express (MIT)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1" sz="1300">
                <a:solidFill>
                  <a:srgbClr val="1E2761"/>
                </a:solidFill>
                <a:latin typeface="Calibri"/>
              </a:rPr>
              <a:t>저장소: </a:t>
            </a:r>
            <a:r>
              <a:rPr sz="1300">
                <a:solidFill>
                  <a:srgbClr val="2A3344"/>
                </a:solidFill>
                <a:latin typeface="Calibri"/>
              </a:rPr>
              <a:t>better-sqlite3 (MIT)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1" sz="1300">
                <a:solidFill>
                  <a:srgbClr val="1E2761"/>
                </a:solidFill>
                <a:latin typeface="Calibri"/>
              </a:rPr>
              <a:t>리포트 생성: </a:t>
            </a:r>
            <a:r>
              <a:rPr sz="1300">
                <a:solidFill>
                  <a:srgbClr val="2A3344"/>
                </a:solidFill>
                <a:latin typeface="Calibri"/>
              </a:rPr>
              <a:t>Markdown 템플릿 문자열(별도 변환 불필요)</a:t>
            </a:r>
          </a:p>
        </p:txBody>
      </p:sp>
    </p:spTree>
    <p:extLst>
      <p:ext uri="{BB962C8B-B14F-4D97-AF65-F5344CB8AC3E}">
        <p14:creationId xmlns:p14="http://schemas.microsoft.com/office/powerpoint/2010/main" val="3418154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does Microsoft's largest datacenter look like? - OpenSistemas">
            <a:extLst>
              <a:ext uri="{FF2B5EF4-FFF2-40B4-BE49-F238E27FC236}">
                <a16:creationId xmlns:a16="http://schemas.microsoft.com/office/drawing/2014/main" id="{AB2420E5-18D6-78E8-6E22-91B9A5CC7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965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3B83649-453D-39E9-2710-4FA6C12827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350" y="2667001"/>
            <a:ext cx="11417300" cy="761999"/>
          </a:xfrm>
        </p:spPr>
        <p:txBody>
          <a:bodyPr/>
          <a:lstStyle/>
          <a:p>
            <a:pPr algn="ctr"/>
            <a:r>
              <a:rPr lang="ko-KR" altLang="en-US" sz="4800" dirty="0">
                <a:solidFill>
                  <a:schemeClr val="bg1"/>
                </a:solidFill>
              </a:rPr>
              <a:t>3. 앱 설계</a:t>
            </a:r>
          </a:p>
        </p:txBody>
      </p:sp>
    </p:spTree>
    <p:extLst>
      <p:ext uri="{BB962C8B-B14F-4D97-AF65-F5344CB8AC3E}">
        <p14:creationId xmlns:p14="http://schemas.microsoft.com/office/powerpoint/2010/main" val="3367296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4485;p170">
            <a:extLst>
              <a:ext uri="{FF2B5EF4-FFF2-40B4-BE49-F238E27FC236}">
                <a16:creationId xmlns:a16="http://schemas.microsoft.com/office/drawing/2014/main" id="{B4B6FC02-F2DA-354A-B341-57221D0E20C4}"/>
              </a:ext>
            </a:extLst>
          </p:cNvPr>
          <p:cNvSpPr txBox="1">
            <a:spLocks/>
          </p:cNvSpPr>
          <p:nvPr/>
        </p:nvSpPr>
        <p:spPr>
          <a:xfrm>
            <a:off x="426424" y="302551"/>
            <a:ext cx="113358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135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3700"/>
              <a:buFont typeface="Quattrocento Sans"/>
              <a:buNone/>
            </a:pPr>
            <a:r>
              <a:rPr lang="ko-KR" altLang="en-US" sz="3000" b="1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3-1. 전체 아키텍처 (프론트엔드 / DB / 백엔드 / 배포)</a:t>
            </a:r>
            <a:endParaRPr lang="en-US" sz="45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475488" y="182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6FB3"/>
                </a:solidFill>
                <a:latin typeface="Calibri"/>
              </a:rPr>
              <a:t>3. 앱 설계</a:t>
            </a:r>
          </a:p>
        </p:txBody>
      </p:sp>
      <p:pic>
        <p:nvPicPr>
          <p:cNvPr id="118" name="Picture 117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88720"/>
            <a:ext cx="7323066" cy="521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154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4485;p170">
            <a:extLst>
              <a:ext uri="{FF2B5EF4-FFF2-40B4-BE49-F238E27FC236}">
                <a16:creationId xmlns:a16="http://schemas.microsoft.com/office/drawing/2014/main" id="{B4B6FC02-F2DA-354A-B341-57221D0E20C4}"/>
              </a:ext>
            </a:extLst>
          </p:cNvPr>
          <p:cNvSpPr txBox="1">
            <a:spLocks/>
          </p:cNvSpPr>
          <p:nvPr/>
        </p:nvSpPr>
        <p:spPr>
          <a:xfrm>
            <a:off x="426424" y="302551"/>
            <a:ext cx="113358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135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3700"/>
              <a:buFont typeface="Quattrocento Sans"/>
              <a:buNone/>
            </a:pPr>
            <a:r>
              <a:rPr lang="ko-KR" altLang="en-US" sz="3000" b="1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3-2. 화면 설계 (1/2) — 화면 목록 · 흐름도</a:t>
            </a:r>
            <a:endParaRPr lang="en-US" sz="45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475488" y="182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6FB3"/>
                </a:solidFill>
                <a:latin typeface="Calibri"/>
              </a:rPr>
              <a:t>3. 앱 설계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02920" y="123444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b="1" sz="1300">
                <a:solidFill>
                  <a:srgbClr val="1E2761"/>
                </a:solidFill>
                <a:latin typeface="Calibri"/>
              </a:rPr>
              <a:t>메인(분석 실행): </a:t>
            </a:r>
            <a:r>
              <a:rPr sz="1300">
                <a:solidFill>
                  <a:srgbClr val="2A3344"/>
                </a:solidFill>
                <a:latin typeface="Calibri"/>
              </a:rPr>
              <a:t>레포 URL 입력 → 분석 실행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b="1" sz="1300">
                <a:solidFill>
                  <a:srgbClr val="1E2761"/>
                </a:solidFill>
                <a:latin typeface="Calibri"/>
              </a:rPr>
              <a:t>결과 미리보기: </a:t>
            </a:r>
            <a:r>
              <a:rPr sz="1300">
                <a:solidFill>
                  <a:srgbClr val="2A3344"/>
                </a:solidFill>
                <a:latin typeface="Calibri"/>
              </a:rPr>
              <a:t>프로젝트 주제·구조·아키텍처 추정·기술스택 구성비(막대그래프)·커밋 요약, Notion 업로드 버튼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b="1" sz="1300">
                <a:solidFill>
                  <a:srgbClr val="1E2761"/>
                </a:solidFill>
                <a:latin typeface="Calibri"/>
              </a:rPr>
              <a:t>이력 목록: </a:t>
            </a:r>
            <a:r>
              <a:rPr sz="1300">
                <a:solidFill>
                  <a:srgbClr val="2A3344"/>
                </a:solidFill>
                <a:latin typeface="Calibri"/>
              </a:rPr>
              <a:t>과거 분석 이력 테이블, 상세 재조회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b="1" sz="1300">
                <a:solidFill>
                  <a:srgbClr val="1E2761"/>
                </a:solidFill>
                <a:latin typeface="Calibri"/>
              </a:rPr>
              <a:t>예외 화면: </a:t>
            </a:r>
            <a:r>
              <a:rPr sz="1300">
                <a:solidFill>
                  <a:srgbClr val="2A3344"/>
                </a:solidFill>
                <a:latin typeface="Calibri"/>
              </a:rPr>
              <a:t>비공개/존재하지 않는 레포, Rate Limit 초과, Notion 업로드 실패 안내</a:t>
            </a:r>
          </a:p>
        </p:txBody>
      </p:sp>
      <p:pic>
        <p:nvPicPr>
          <p:cNvPr id="119" name="Picture 118" descr="screen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828800"/>
            <a:ext cx="6766560" cy="144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154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4485;p170">
            <a:extLst>
              <a:ext uri="{FF2B5EF4-FFF2-40B4-BE49-F238E27FC236}">
                <a16:creationId xmlns:a16="http://schemas.microsoft.com/office/drawing/2014/main" id="{B4B6FC02-F2DA-354A-B341-57221D0E20C4}"/>
              </a:ext>
            </a:extLst>
          </p:cNvPr>
          <p:cNvSpPr txBox="1">
            <a:spLocks/>
          </p:cNvSpPr>
          <p:nvPr/>
        </p:nvSpPr>
        <p:spPr>
          <a:xfrm>
            <a:off x="426424" y="302551"/>
            <a:ext cx="113358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135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3700"/>
              <a:buFont typeface="Quattrocento Sans"/>
              <a:buNone/>
            </a:pPr>
            <a:r>
              <a:rPr lang="ko-KR" altLang="en-US" sz="3000" b="1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3-2. 화면 설계 (2/2) — 실제 실행 화면</a:t>
            </a:r>
            <a:endParaRPr lang="en-US" sz="45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475488" y="182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6FB3"/>
                </a:solidFill>
                <a:latin typeface="Calibri"/>
              </a:rPr>
              <a:t>3. 앱 설계</a:t>
            </a:r>
          </a:p>
        </p:txBody>
      </p:sp>
      <p:pic>
        <p:nvPicPr>
          <p:cNvPr id="118" name="Picture 117" descr="dev_최종점검_01_초기화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3520440" cy="2475696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502920" y="3810720"/>
            <a:ext cx="3520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i="1">
                <a:solidFill>
                  <a:srgbClr val="4A5B72"/>
                </a:solidFill>
                <a:latin typeface="Calibri"/>
              </a:rPr>
              <a:t>① 초기 화면</a:t>
            </a:r>
          </a:p>
        </p:txBody>
      </p:sp>
      <p:pic>
        <p:nvPicPr>
          <p:cNvPr id="120" name="Picture 119" descr="dev_최종점검_02_분석결과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634" y="1280160"/>
            <a:ext cx="2453651" cy="4572000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4739634" y="5907024"/>
            <a:ext cx="2453651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i="1">
                <a:solidFill>
                  <a:srgbClr val="4A5B72"/>
                </a:solidFill>
                <a:latin typeface="Calibri"/>
              </a:rPr>
              <a:t>② 결과 미리보기</a:t>
            </a:r>
          </a:p>
        </p:txBody>
      </p:sp>
      <p:pic>
        <p:nvPicPr>
          <p:cNvPr id="122" name="Picture 121" descr="05_이력목록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0156" y="1280160"/>
            <a:ext cx="3299247" cy="4572000"/>
          </a:xfrm>
          <a:prstGeom prst="rect">
            <a:avLst/>
          </a:prstGeom>
        </p:spPr>
      </p:pic>
      <p:sp>
        <p:nvSpPr>
          <p:cNvPr id="123" name="TextBox 122"/>
          <p:cNvSpPr txBox="1"/>
          <p:nvPr/>
        </p:nvSpPr>
        <p:spPr>
          <a:xfrm>
            <a:off x="8020156" y="5907024"/>
            <a:ext cx="3299247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i="1">
                <a:solidFill>
                  <a:srgbClr val="4A5B72"/>
                </a:solidFill>
                <a:latin typeface="Calibri"/>
              </a:rPr>
              <a:t>③ 이력 목록</a:t>
            </a:r>
          </a:p>
        </p:txBody>
      </p:sp>
    </p:spTree>
    <p:extLst>
      <p:ext uri="{BB962C8B-B14F-4D97-AF65-F5344CB8AC3E}">
        <p14:creationId xmlns:p14="http://schemas.microsoft.com/office/powerpoint/2010/main" val="3418154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4485;p170">
            <a:extLst>
              <a:ext uri="{FF2B5EF4-FFF2-40B4-BE49-F238E27FC236}">
                <a16:creationId xmlns:a16="http://schemas.microsoft.com/office/drawing/2014/main" id="{B4B6FC02-F2DA-354A-B341-57221D0E20C4}"/>
              </a:ext>
            </a:extLst>
          </p:cNvPr>
          <p:cNvSpPr txBox="1">
            <a:spLocks/>
          </p:cNvSpPr>
          <p:nvPr/>
        </p:nvSpPr>
        <p:spPr>
          <a:xfrm>
            <a:off x="426424" y="302551"/>
            <a:ext cx="113358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135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3700"/>
              <a:buFont typeface="Quattrocento Sans"/>
              <a:buNone/>
            </a:pPr>
            <a:r>
              <a:rPr lang="ko-KR" altLang="en-US" sz="3000" b="1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3-3. 데이터 모델 (ERD)</a:t>
            </a:r>
            <a:endParaRPr lang="en-US" sz="45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475488" y="182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6FB3"/>
                </a:solidFill>
                <a:latin typeface="Calibri"/>
              </a:rPr>
              <a:t>3. 앱 설계</a:t>
            </a:r>
          </a:p>
        </p:txBody>
      </p:sp>
      <p:pic>
        <p:nvPicPr>
          <p:cNvPr id="118" name="Picture 117" descr="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188720"/>
            <a:ext cx="7402664" cy="521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154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4485;p170">
            <a:extLst>
              <a:ext uri="{FF2B5EF4-FFF2-40B4-BE49-F238E27FC236}">
                <a16:creationId xmlns:a16="http://schemas.microsoft.com/office/drawing/2014/main" id="{B4B6FC02-F2DA-354A-B341-57221D0E20C4}"/>
              </a:ext>
            </a:extLst>
          </p:cNvPr>
          <p:cNvSpPr txBox="1">
            <a:spLocks/>
          </p:cNvSpPr>
          <p:nvPr/>
        </p:nvSpPr>
        <p:spPr>
          <a:xfrm>
            <a:off x="426424" y="302551"/>
            <a:ext cx="113358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135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3700"/>
              <a:buFont typeface="Quattrocento Sans"/>
              <a:buNone/>
            </a:pPr>
            <a:r>
              <a:rPr lang="ko-KR" altLang="en-US" sz="3000" b="1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3-4. 백엔드 — API 명세</a:t>
            </a:r>
            <a:endParaRPr lang="en-US" sz="45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475488" y="182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6FB3"/>
                </a:solidFill>
                <a:latin typeface="Calibri"/>
              </a:rPr>
              <a:t>3. 앱 설계</a:t>
            </a:r>
          </a:p>
        </p:txBody>
      </p:sp>
      <p:graphicFrame>
        <p:nvGraphicFramePr>
          <p:cNvPr id="118" name="Table 117"/>
          <p:cNvGraphicFramePr>
            <a:graphicFrameLocks noGrp="1"/>
          </p:cNvGraphicFramePr>
          <p:nvPr/>
        </p:nvGraphicFramePr>
        <p:xfrm>
          <a:off x="502920" y="1371600"/>
          <a:ext cx="11155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657600"/>
                <a:gridCol w="4937760"/>
                <a:gridCol w="1371600"/>
              </a:tblGrid>
              <a:tr h="4876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메서드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경로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설명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상태코드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/api/analyze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레포 URL 분석 실행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200/400/404/429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/api/analyses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분석 이력 목록 조회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/api/analyses/:id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분석 상세 + 리포트 조회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200/404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/api/analyses/:id/notion-upload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Notion 페이지 업로드(수동 트리거)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200/401/403/502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DELETE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/api/analyses/:id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이력 삭제 (관리자 전용)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2A3344"/>
                          </a:solidFill>
                          <a:latin typeface="Calibri"/>
                        </a:rPr>
                        <a:t>200/403/404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9" name="TextBox 118"/>
          <p:cNvSpPr txBox="1"/>
          <p:nvPr/>
        </p:nvSpPr>
        <p:spPr>
          <a:xfrm>
            <a:off x="502920" y="452628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4A5B72"/>
                </a:solidFill>
                <a:latin typeface="Calibri"/>
              </a:rPr>
              <a:t>•  Notion 업로드는 분석 완료 시 자동 실행되지 않고, 사용자가 결과를 확인한 뒤 버튼을 클릭해야 실행되는 수동 트리거입니다.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4A5B72"/>
                </a:solidFill>
                <a:latin typeface="Calibri"/>
              </a:rPr>
              <a:t>•  DELETE는 ?role=admin 이 아니면 서버가 실제로 403을 반환해 차단합니다 (단순 UI 숨김이 아닌 서버 측 접근 제어).</a:t>
            </a:r>
          </a:p>
        </p:txBody>
      </p:sp>
    </p:spTree>
    <p:extLst>
      <p:ext uri="{BB962C8B-B14F-4D97-AF65-F5344CB8AC3E}">
        <p14:creationId xmlns:p14="http://schemas.microsoft.com/office/powerpoint/2010/main" val="3418154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4485;p170">
            <a:extLst>
              <a:ext uri="{FF2B5EF4-FFF2-40B4-BE49-F238E27FC236}">
                <a16:creationId xmlns:a16="http://schemas.microsoft.com/office/drawing/2014/main" id="{B4B6FC02-F2DA-354A-B341-57221D0E20C4}"/>
              </a:ext>
            </a:extLst>
          </p:cNvPr>
          <p:cNvSpPr txBox="1">
            <a:spLocks/>
          </p:cNvSpPr>
          <p:nvPr/>
        </p:nvSpPr>
        <p:spPr>
          <a:xfrm>
            <a:off x="426424" y="302551"/>
            <a:ext cx="113358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135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3700"/>
              <a:buFont typeface="Quattrocento Sans"/>
              <a:buNone/>
            </a:pPr>
            <a:r>
              <a:rPr lang="ko-KR" altLang="en-US" sz="3000" b="1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3-4. 백엔드 — 시퀀스 다이어그램</a:t>
            </a:r>
            <a:endParaRPr lang="en-US" sz="45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475488" y="182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6FB3"/>
                </a:solidFill>
                <a:latin typeface="Calibri"/>
              </a:rPr>
              <a:t>3. 앱 설계</a:t>
            </a:r>
          </a:p>
        </p:txBody>
      </p:sp>
      <p:pic>
        <p:nvPicPr>
          <p:cNvPr id="118" name="Picture 117" descr="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143000"/>
            <a:ext cx="7973012" cy="5349240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1737360" y="6537959"/>
            <a:ext cx="797301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i="1">
                <a:solidFill>
                  <a:srgbClr val="4A5B72"/>
                </a:solidFill>
                <a:latin typeface="Calibri"/>
              </a:rPr>
              <a:t>레포 URL 입력 → 분석 → 리포트 생성 → Notion 업로드(수동 트리거)</a:t>
            </a:r>
          </a:p>
        </p:txBody>
      </p:sp>
    </p:spTree>
    <p:extLst>
      <p:ext uri="{BB962C8B-B14F-4D97-AF65-F5344CB8AC3E}">
        <p14:creationId xmlns:p14="http://schemas.microsoft.com/office/powerpoint/2010/main" val="3418154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does Microsoft's largest datacenter look like? - OpenSistemas">
            <a:extLst>
              <a:ext uri="{FF2B5EF4-FFF2-40B4-BE49-F238E27FC236}">
                <a16:creationId xmlns:a16="http://schemas.microsoft.com/office/drawing/2014/main" id="{AB2420E5-18D6-78E8-6E22-91B9A5CC7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965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3B83649-453D-39E9-2710-4FA6C12827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350" y="2667001"/>
            <a:ext cx="11417300" cy="761999"/>
          </a:xfrm>
        </p:spPr>
        <p:txBody>
          <a:bodyPr/>
          <a:lstStyle/>
          <a:p>
            <a:pPr algn="ctr"/>
            <a:r>
              <a:rPr lang="ko-KR" altLang="en-US" sz="4800" dirty="0">
                <a:solidFill>
                  <a:schemeClr val="bg1"/>
                </a:solidFill>
              </a:rPr>
              <a:t>4. 테스트 결과</a:t>
            </a:r>
          </a:p>
        </p:txBody>
      </p:sp>
    </p:spTree>
    <p:extLst>
      <p:ext uri="{BB962C8B-B14F-4D97-AF65-F5344CB8AC3E}">
        <p14:creationId xmlns:p14="http://schemas.microsoft.com/office/powerpoint/2010/main" val="3367296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4485;p170">
            <a:extLst>
              <a:ext uri="{FF2B5EF4-FFF2-40B4-BE49-F238E27FC236}">
                <a16:creationId xmlns:a16="http://schemas.microsoft.com/office/drawing/2014/main" id="{B4B6FC02-F2DA-354A-B341-57221D0E20C4}"/>
              </a:ext>
            </a:extLst>
          </p:cNvPr>
          <p:cNvSpPr txBox="1">
            <a:spLocks/>
          </p:cNvSpPr>
          <p:nvPr/>
        </p:nvSpPr>
        <p:spPr>
          <a:xfrm>
            <a:off x="426424" y="302551"/>
            <a:ext cx="113358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135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3700"/>
              <a:buFont typeface="Quattrocento Sans"/>
              <a:buNone/>
            </a:pPr>
            <a:r>
              <a:rPr lang="ko-KR" altLang="en-US" sz="3000" b="1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4. 테스트 결과 — 인수조건 6/6 커버리지</a:t>
            </a:r>
            <a:endParaRPr lang="en-US" sz="45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475488" y="182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6FB3"/>
                </a:solidFill>
                <a:latin typeface="Calibri"/>
              </a:rPr>
              <a:t>4. 테스트 결과</a:t>
            </a:r>
          </a:p>
        </p:txBody>
      </p:sp>
      <p:graphicFrame>
        <p:nvGraphicFramePr>
          <p:cNvPr id="118" name="Table 117"/>
          <p:cNvGraphicFramePr>
            <a:graphicFrameLocks noGrp="1"/>
          </p:cNvGraphicFramePr>
          <p:nvPr/>
        </p:nvGraphicFramePr>
        <p:xfrm>
          <a:off x="502920" y="1417320"/>
          <a:ext cx="6858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114800"/>
                <a:gridCol w="1005840"/>
                <a:gridCol w="822960"/>
              </a:tblGrid>
              <a:tr h="47026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AC-ID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내용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커버 TC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결과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AC1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정상: 분석 실행 → 리포트 표시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AC2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정상: Notion 업로드 → 페이지 링크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O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AC3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정상: 이력 재조회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AC4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예외: 비공개/미존재/형식오류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O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AC5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예외: Rate Limit 초과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AC6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예외: Notion 토큰 미설정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>
                          <a:solidFill>
                            <a:srgbClr val="2A3344"/>
                          </a:solidFill>
                          <a:latin typeface="Calibri"/>
                        </a:rPr>
                        <a:t>O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</a:tr>
            </a:tbl>
          </a:graphicData>
        </a:graphic>
      </p:graphicFrame>
      <p:sp>
        <p:nvSpPr>
          <p:cNvPr id="119" name="Rounded Rectangle 118"/>
          <p:cNvSpPr/>
          <p:nvPr/>
        </p:nvSpPr>
        <p:spPr>
          <a:xfrm>
            <a:off x="7635240" y="1417320"/>
            <a:ext cx="402336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600" b="1">
                <a:solidFill>
                  <a:srgbClr val="1E2761"/>
                </a:solidFill>
                <a:latin typeface="Calibri"/>
              </a:rPr>
              <a:t>19건 / 19건</a:t>
            </a:r>
          </a:p>
          <a:p>
            <a:pPr algn="ctr"/>
            <a:r>
              <a:rPr sz="1100">
                <a:solidFill>
                  <a:srgbClr val="4A5B72"/>
                </a:solidFill>
                <a:latin typeface="Calibri"/>
              </a:rPr>
              <a:t>단위 5·통합 7·E2E 7 전부 Pass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7635240" y="2834640"/>
            <a:ext cx="402336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600" b="1">
                <a:solidFill>
                  <a:srgbClr val="1E2761"/>
                </a:solidFill>
                <a:latin typeface="Calibri"/>
              </a:rPr>
              <a:t>6 / 6</a:t>
            </a:r>
          </a:p>
          <a:p>
            <a:pPr algn="ctr"/>
            <a:r>
              <a:rPr sz="1100">
                <a:solidFill>
                  <a:srgbClr val="4A5B72"/>
                </a:solidFill>
                <a:latin typeface="Calibri"/>
              </a:rPr>
              <a:t>인수조건(AC) 전체 커버리지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635240" y="4251960"/>
            <a:ext cx="4023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4A5B72"/>
                </a:solidFill>
                <a:latin typeface="Calibri"/>
              </a:rPr>
              <a:t>•  실제 공개 레포 18건 이상으로 검증, Rate Limit·Notion 토큰 미설정 예외도 실제 재현</a:t>
            </a:r>
          </a:p>
        </p:txBody>
      </p:sp>
      <p:pic>
        <p:nvPicPr>
          <p:cNvPr id="122" name="Picture 121" descr="notion_success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875" y="4892040"/>
            <a:ext cx="5232089" cy="1691640"/>
          </a:xfrm>
          <a:prstGeom prst="rect">
            <a:avLst/>
          </a:prstGeom>
        </p:spPr>
      </p:pic>
      <p:sp>
        <p:nvSpPr>
          <p:cNvPr id="123" name="TextBox 122"/>
          <p:cNvSpPr txBox="1"/>
          <p:nvPr/>
        </p:nvSpPr>
        <p:spPr>
          <a:xfrm>
            <a:off x="1315875" y="6638543"/>
            <a:ext cx="523208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i="1">
                <a:solidFill>
                  <a:srgbClr val="4A5B72"/>
                </a:solidFill>
                <a:latin typeface="Calibri"/>
              </a:rPr>
              <a:t>실제 Notion 업로드 성공 화면(레포 분석 예시)</a:t>
            </a:r>
          </a:p>
        </p:txBody>
      </p:sp>
    </p:spTree>
    <p:extLst>
      <p:ext uri="{BB962C8B-B14F-4D97-AF65-F5344CB8AC3E}">
        <p14:creationId xmlns:p14="http://schemas.microsoft.com/office/powerpoint/2010/main" val="3418154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does Microsoft's largest datacenter look like? - OpenSistemas">
            <a:extLst>
              <a:ext uri="{FF2B5EF4-FFF2-40B4-BE49-F238E27FC236}">
                <a16:creationId xmlns:a16="http://schemas.microsoft.com/office/drawing/2014/main" id="{AB2420E5-18D6-78E8-6E22-91B9A5CC7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965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3B83649-453D-39E9-2710-4FA6C12827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350" y="2667001"/>
            <a:ext cx="11417300" cy="761999"/>
          </a:xfrm>
        </p:spPr>
        <p:txBody>
          <a:bodyPr/>
          <a:lstStyle/>
          <a:p>
            <a:pPr algn="ctr"/>
            <a:r>
              <a:rPr lang="ko-KR" altLang="en-US" sz="4800" dirty="0">
                <a:solidFill>
                  <a:schemeClr val="bg1"/>
                </a:solidFill>
              </a:rPr>
              <a:t>5. 배포</a:t>
            </a:r>
          </a:p>
        </p:txBody>
      </p:sp>
    </p:spTree>
    <p:extLst>
      <p:ext uri="{BB962C8B-B14F-4D97-AF65-F5344CB8AC3E}">
        <p14:creationId xmlns:p14="http://schemas.microsoft.com/office/powerpoint/2010/main" val="3367296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4485;p170">
            <a:extLst>
              <a:ext uri="{FF2B5EF4-FFF2-40B4-BE49-F238E27FC236}">
                <a16:creationId xmlns:a16="http://schemas.microsoft.com/office/drawing/2014/main" id="{B4B6FC02-F2DA-354A-B341-57221D0E20C4}"/>
              </a:ext>
            </a:extLst>
          </p:cNvPr>
          <p:cNvSpPr txBox="1">
            <a:spLocks/>
          </p:cNvSpPr>
          <p:nvPr/>
        </p:nvSpPr>
        <p:spPr>
          <a:xfrm>
            <a:off x="426424" y="302551"/>
            <a:ext cx="113358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135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3700"/>
              <a:buFont typeface="Quattrocento Sans"/>
              <a:buNone/>
            </a:pPr>
            <a:r>
              <a:rPr lang="ko-KR" altLang="en-US" sz="3000" b="1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5-1. 발생한 문제 (검증 환경·운영 환경에 실제로 배포하는 중)</a:t>
            </a:r>
            <a:endParaRPr lang="en-US" sz="45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475488" y="182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6FB3"/>
                </a:solidFill>
                <a:latin typeface="Calibri"/>
              </a:rPr>
              <a:t>5. 배포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02920" y="1280160"/>
            <a:ext cx="11155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b="1" sz="1350">
                <a:solidFill>
                  <a:srgbClr val="1E2761"/>
                </a:solidFill>
                <a:latin typeface="Calibri"/>
              </a:rPr>
              <a:t>1. 화면마다 결과가 다르게 보임 — </a:t>
            </a:r>
            <a:r>
              <a:rPr sz="1350">
                <a:solidFill>
                  <a:srgbClr val="2A3344"/>
                </a:solidFill>
                <a:latin typeface="Calibri"/>
              </a:rPr>
              <a:t>서버를 두 대로 늘려 운영했더니, 방금 처리한 결과를 다른 서버에서는 찾지 못했습니다. 각 서버가 데이터를 자기 컴퓨터에만 따로 저장하고 있었기 때문입니다.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b="1" sz="1350">
                <a:solidFill>
                  <a:srgbClr val="1E2761"/>
                </a:solidFill>
                <a:latin typeface="Calibri"/>
              </a:rPr>
              <a:t>2. 쓰지 않는 서비스까지 만들도록 설정되어 있었음 — </a:t>
            </a:r>
            <a:r>
              <a:rPr sz="1350">
                <a:solidFill>
                  <a:srgbClr val="2A3344"/>
                </a:solidFill>
                <a:latin typeface="Calibri"/>
              </a:rPr>
              <a:t>운영 환경 설정에는 이 앱이 전혀 쓰지 않는 대형 데이터베이스·저장소까지 새로 만들도록 되어 있었습니다. 처음 계획과 실제로 만든 결과물이 서로 맞지 않았던 것입니다.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b="1" sz="1350">
                <a:solidFill>
                  <a:srgbClr val="1E2761"/>
                </a:solidFill>
                <a:latin typeface="Calibri"/>
              </a:rPr>
              <a:t>3. 저장 실패를 '성공'으로 잘못 표시함 — </a:t>
            </a:r>
            <a:r>
              <a:rPr sz="1350">
                <a:solidFill>
                  <a:srgbClr val="2A3344"/>
                </a:solidFill>
                <a:latin typeface="Calibri"/>
              </a:rPr>
              <a:t>비밀번호 같은 민감한 값을 안전한 보관함에 저장하는 작업이 실제로는 실패했는데도, 자동화 프로그램은 성공했다고 알려줬습니다. 권한이 없어 생긴 문제를 프로그램이 확인하지 않고 그냥 넘어갔습니다.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b="1" sz="1350">
                <a:solidFill>
                  <a:srgbClr val="1E2761"/>
                </a:solidFill>
                <a:latin typeface="Calibri"/>
              </a:rPr>
              <a:t>4. 쓸 수 있는 자원 한도를 초과함 — </a:t>
            </a:r>
            <a:r>
              <a:rPr sz="1350">
                <a:solidFill>
                  <a:srgbClr val="2A3344"/>
                </a:solidFill>
                <a:latin typeface="Calibri"/>
              </a:rPr>
              <a:t>새 서버를 추가하려 했지만, 같은 지역에서 다른 환경들이 계정에 허용된 자원을 이미 다 써버려 더 만들 수 없었습니다. 코드를 고쳐서 해결할 수 있는 문제가 아니었습니다.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b="1" sz="1350">
                <a:solidFill>
                  <a:srgbClr val="1E2761"/>
                </a:solidFill>
                <a:latin typeface="Calibri"/>
              </a:rPr>
              <a:t>5. 이전에 고친 문제가 새 환경에는 반영되지 않음 — </a:t>
            </a:r>
            <a:r>
              <a:rPr sz="1350">
                <a:solidFill>
                  <a:srgbClr val="2A3344"/>
                </a:solidFill>
                <a:latin typeface="Calibri"/>
              </a:rPr>
              <a:t>배포를 관리해 주는 도구를 설치하는 중 설정 파일 용량이 허용 한도를 넘어 설치가 실패했습니다. 이전 환경에서 이미 겪고 고쳤던 방법이 새 운영 환경에는 그대로 적용돼 있지 않아 같은 문제가 반복된 것입니다.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02920" y="5989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50">
                <a:solidFill>
                  <a:srgbClr val="4A5B72"/>
                </a:solidFill>
                <a:latin typeface="Calibri"/>
              </a:rPr>
              <a:t>•  직접 실행해 보지 않고 '설계상 문제없다'고 넘어갔다면 이 문제들 대부분을 발견하지 못했을 것입니다 — 실제로 돌려보는 것이 가장 확실한 확인 방법이었습니다.</a:t>
            </a:r>
          </a:p>
        </p:txBody>
      </p:sp>
    </p:spTree>
    <p:extLst>
      <p:ext uri="{BB962C8B-B14F-4D97-AF65-F5344CB8AC3E}">
        <p14:creationId xmlns:p14="http://schemas.microsoft.com/office/powerpoint/2010/main" val="34181549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4485;p170">
            <a:extLst>
              <a:ext uri="{FF2B5EF4-FFF2-40B4-BE49-F238E27FC236}">
                <a16:creationId xmlns:a16="http://schemas.microsoft.com/office/drawing/2014/main" id="{B4B6FC02-F2DA-354A-B341-57221D0E20C4}"/>
              </a:ext>
            </a:extLst>
          </p:cNvPr>
          <p:cNvSpPr txBox="1">
            <a:spLocks/>
          </p:cNvSpPr>
          <p:nvPr/>
        </p:nvSpPr>
        <p:spPr>
          <a:xfrm>
            <a:off x="426424" y="302551"/>
            <a:ext cx="113358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135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3700"/>
              <a:buFont typeface="Quattrocento Sans"/>
              <a:buNone/>
            </a:pPr>
            <a:r>
              <a:rPr lang="ko-KR" altLang="en-US" sz="3000" b="1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5-2. 해결 방법</a:t>
            </a:r>
            <a:endParaRPr lang="en-US" sz="45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475488" y="182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6FB3"/>
                </a:solidFill>
                <a:latin typeface="Calibri"/>
              </a:rPr>
              <a:t>5. 배포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02920" y="1280160"/>
            <a:ext cx="11155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b="1" sz="1350">
                <a:solidFill>
                  <a:srgbClr val="1E2761"/>
                </a:solidFill>
                <a:latin typeface="Calibri"/>
              </a:rPr>
              <a:t>1. 서버 수를 잠깐 줄였다가 되돌림 — </a:t>
            </a:r>
            <a:r>
              <a:rPr sz="1350">
                <a:solidFill>
                  <a:srgbClr val="2A3344"/>
                </a:solidFill>
                <a:latin typeface="Calibri"/>
              </a:rPr>
              <a:t>서버를 한 대로 줄여 문제없이 동작하는 것을 확인한 뒤 다시 두 대로 되돌렸습니다. 이후 설정을 실수로 바꿔도 시스템이 10초 안에 스스로 원래대로 복구되는 것도 확인했습니다.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b="1" sz="1350">
                <a:solidFill>
                  <a:srgbClr val="1E2761"/>
                </a:solidFill>
                <a:latin typeface="Calibri"/>
              </a:rPr>
              <a:t>2. 쓰지 않는 서비스는 만들지 않도록 변경 — </a:t>
            </a:r>
            <a:r>
              <a:rPr sz="1350">
                <a:solidFill>
                  <a:srgbClr val="2A3344"/>
                </a:solidFill>
                <a:latin typeface="Calibri"/>
              </a:rPr>
              <a:t>실제로 쓰지 않는 대형 데이터베이스·저장소는 아예 만들지 않도록 설정을 바꿔, 불필요한 비용 없이 꼭 필요한 것만 준비했습니다.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b="1" sz="1350">
                <a:solidFill>
                  <a:srgbClr val="1E2761"/>
                </a:solidFill>
                <a:latin typeface="Calibri"/>
              </a:rPr>
              <a:t>3. 저장 권한을 추가하고 실패를 알려주도록 수정 — </a:t>
            </a:r>
            <a:r>
              <a:rPr sz="1350">
                <a:solidFill>
                  <a:srgbClr val="2A3344"/>
                </a:solidFill>
                <a:latin typeface="Calibri"/>
              </a:rPr>
              <a:t>보관함에 값을 저장할 권한을 계정에 추가로 부여하고, 저장이 실패하면 바로 알 수 있도록 프로그램을 고쳤습니다. 이후 필요한 값 3가지가 정상적으로 저장된 것을 확인했습니다.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b="1" sz="1350">
                <a:solidFill>
                  <a:srgbClr val="1E2761"/>
                </a:solidFill>
                <a:latin typeface="Calibri"/>
              </a:rPr>
              <a:t>4. 이미 있는 자원을 함께 쓰도록 전환 — </a:t>
            </a:r>
            <a:r>
              <a:rPr sz="1350">
                <a:solidFill>
                  <a:srgbClr val="2A3344"/>
                </a:solidFill>
                <a:latin typeface="Calibri"/>
              </a:rPr>
              <a:t>새 자원을 추가하는 대신 이미 있는 자원을 함께 쓰도록 바꿔 문제를 우회했습니다. 정식으로는 사용량 한도를 늘린 뒤 원래 방식으로 되돌리는 것이 바람직합니다.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b="1" sz="1350">
                <a:solidFill>
                  <a:srgbClr val="1E2761"/>
                </a:solidFill>
                <a:latin typeface="Calibri"/>
              </a:rPr>
              <a:t>5. 설정 적용 방법을 이전에 검증된 방식으로 통일 — </a:t>
            </a:r>
            <a:r>
              <a:rPr sz="1350">
                <a:solidFill>
                  <a:srgbClr val="2A3344"/>
                </a:solidFill>
                <a:latin typeface="Calibri"/>
              </a:rPr>
              <a:t>이전 환경에서 이미 검증된 방법으로 설정 적용 방식을 통일해 문제를 해결했습니다.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02920" y="5989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50">
                <a:solidFill>
                  <a:srgbClr val="4A5B72"/>
                </a:solidFill>
                <a:latin typeface="Calibri"/>
              </a:rPr>
              <a:t>•  핵심 교훈: 데이터 저장 방식을 근본적으로 바꾸는 작업은 이번 범위에 포함하지 않았습니다 — 지금의 해결은 임시 조치라는 점을 문서에 남겨 다음에 이어서 개선하기로 했습니다.</a:t>
            </a:r>
          </a:p>
        </p:txBody>
      </p:sp>
    </p:spTree>
    <p:extLst>
      <p:ext uri="{BB962C8B-B14F-4D97-AF65-F5344CB8AC3E}">
        <p14:creationId xmlns:p14="http://schemas.microsoft.com/office/powerpoint/2010/main" val="34181549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does Microsoft's largest datacenter look like? - OpenSistemas">
            <a:extLst>
              <a:ext uri="{FF2B5EF4-FFF2-40B4-BE49-F238E27FC236}">
                <a16:creationId xmlns:a16="http://schemas.microsoft.com/office/drawing/2014/main" id="{AB2420E5-18D6-78E8-6E22-91B9A5CC7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965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3B83649-453D-39E9-2710-4FA6C12827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350" y="2667001"/>
            <a:ext cx="11417300" cy="761999"/>
          </a:xfrm>
        </p:spPr>
        <p:txBody>
          <a:bodyPr/>
          <a:lstStyle/>
          <a:p>
            <a:pPr algn="ctr"/>
            <a:r>
              <a:rPr lang="ko-KR" altLang="en-US" sz="4800" dirty="0">
                <a:solidFill>
                  <a:schemeClr val="bg1"/>
                </a:solidFill>
              </a:rPr>
              <a:t>6. 과정 회고</a:t>
            </a:r>
          </a:p>
        </p:txBody>
      </p:sp>
    </p:spTree>
    <p:extLst>
      <p:ext uri="{BB962C8B-B14F-4D97-AF65-F5344CB8AC3E}">
        <p14:creationId xmlns:p14="http://schemas.microsoft.com/office/powerpoint/2010/main" val="33672960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4485;p170">
            <a:extLst>
              <a:ext uri="{FF2B5EF4-FFF2-40B4-BE49-F238E27FC236}">
                <a16:creationId xmlns:a16="http://schemas.microsoft.com/office/drawing/2014/main" id="{B4B6FC02-F2DA-354A-B341-57221D0E20C4}"/>
              </a:ext>
            </a:extLst>
          </p:cNvPr>
          <p:cNvSpPr txBox="1">
            <a:spLocks/>
          </p:cNvSpPr>
          <p:nvPr/>
        </p:nvSpPr>
        <p:spPr>
          <a:xfrm>
            <a:off x="426424" y="302551"/>
            <a:ext cx="113358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135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3700"/>
              <a:buFont typeface="Quattrocento Sans"/>
              <a:buNone/>
            </a:pPr>
            <a:r>
              <a:rPr lang="ko-KR" altLang="en-US" sz="3000" b="1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6. 과정 회고 — 현업 적용 &amp; 다음 학습</a:t>
            </a:r>
            <a:endParaRPr lang="en-US" sz="45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475488" y="182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6FB3"/>
                </a:solidFill>
                <a:latin typeface="Calibri"/>
              </a:rPr>
              <a:t>6. 과정 회고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02920" y="1188720"/>
            <a:ext cx="7040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b="1" sz="1300">
                <a:solidFill>
                  <a:srgbClr val="1E2761"/>
                </a:solidFill>
                <a:latin typeface="Calibri"/>
              </a:rPr>
              <a:t>반복 조사 업무 자동화 패턴 확산: </a:t>
            </a:r>
            <a:r>
              <a:rPr sz="1300">
                <a:solidFill>
                  <a:srgbClr val="2A3344"/>
                </a:solidFill>
                <a:latin typeface="Calibri"/>
              </a:rPr>
              <a:t>'URL 입력→자동 리포트→협업툴 업로드' — 건당 20~30분→5분(약 80% 절감), 출처(URL·시각) 자동 기록으로 감사 추적성 확보 (ROI 높음·난이도 낮음)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b="1" sz="1300">
                <a:solidFill>
                  <a:srgbClr val="1E2761"/>
                </a:solidFill>
                <a:latin typeface="Calibri"/>
              </a:rPr>
              <a:t>비밀 없는 접근 전면 적용: </a:t>
            </a:r>
            <a:r>
              <a:rPr sz="1300">
                <a:solidFill>
                  <a:srgbClr val="2A3344"/>
                </a:solidFill>
                <a:latin typeface="Calibri"/>
              </a:rPr>
              <a:t>Key Vault + 워크로드 ID로 토큰 유출 가능성을 구조적으로 낮춤 (ROI 높음·난이도 중간)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b="1" sz="1300">
                <a:solidFill>
                  <a:srgbClr val="1E2761"/>
                </a:solidFill>
                <a:latin typeface="Calibri"/>
              </a:rPr>
              <a:t>배포 파이프라인 표준 템플릿화: </a:t>
            </a:r>
            <a:r>
              <a:rPr sz="1300">
                <a:solidFill>
                  <a:srgbClr val="2A3344"/>
                </a:solidFill>
                <a:latin typeface="Calibri"/>
              </a:rPr>
              <a:t>10~90단계 스크립트 + 80_verify 자동 검증을 팀 표준으로 (ROI 중간·난이도 중간)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02920" y="306324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b="1" sz="1400">
                <a:solidFill>
                  <a:srgbClr val="1E2761"/>
                </a:solidFill>
                <a:latin typeface="Calibri"/>
              </a:rPr>
              <a:t>다음 확장 포인트</a:t>
            </a:r>
            <a:r>
              <a:rPr sz="1400">
                <a:solidFill>
                  <a:srgbClr val="2A3344"/>
                </a:solidFill>
                <a:latin typeface="Calibri"/>
              </a:rPr>
              <a:t/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02920" y="3474720"/>
            <a:ext cx="7040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b="1" sz="1250">
                <a:solidFill>
                  <a:srgbClr val="1E2761"/>
                </a:solidFill>
                <a:latin typeface="Calibri"/>
              </a:rPr>
              <a:t>[AI 기반 레포 주제·목적 분석] </a:t>
            </a:r>
            <a:r>
              <a:rPr sz="1250">
                <a:solidFill>
                  <a:srgbClr val="4A5B72"/>
                </a:solidFill>
                <a:latin typeface="Calibri"/>
              </a:rPr>
              <a:t>현재는 커밋 메시지+구조 스냅샷 수준이지만, LLM으로 README·커밋 이력·구조를 종합 분석해 ‘이 프로젝트의 목적’과 개선 피드백을 리포트에 추가하는 기능으로 다음 단계 확장 가능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>
                <a:solidFill>
                  <a:srgbClr val="4A5B72"/>
                </a:solidFill>
                <a:latin typeface="Calibri"/>
              </a:rPr>
              <a:t>•  다중 레플리카에서도 정합성이 유지되는 데이터 계층(PostgreSQL/PVC 공유 스토리지)으로 전환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>
                <a:solidFill>
                  <a:srgbClr val="4A5B72"/>
                </a:solidFill>
                <a:latin typeface="Calibri"/>
              </a:rPr>
              <a:t>•  GitHub/Notion 같은 서드파티 SaaS의 비밀 최소화 대안(OAuth App 등) 조사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>
                <a:solidFill>
                  <a:srgbClr val="4A5B72"/>
                </a:solidFill>
                <a:latin typeface="Calibri"/>
              </a:rPr>
              <a:t>•  GitOps selfHeal의 '의도된 긴급 변경' vs '실수'를 구분하는 운영 절차 학습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7818120" y="1188720"/>
            <a:ext cx="3886200" cy="5212080"/>
          </a:xfrm>
          <a:prstGeom prst="roundRect">
            <a:avLst>
              <a:gd name="adj" fmla="val 6000"/>
            </a:avLst>
          </a:prstGeom>
          <a:solidFill>
            <a:srgbClr val="F2F5FC"/>
          </a:solidFill>
          <a:ln w="9525">
            <a:solidFill>
              <a:srgbClr val="DB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203200" bIns="177800"/>
          <a:lstStyle/>
          <a:p>
            <a:pPr algn="ctr">
              <a:lnSpc>
                <a:spcPct val="120000"/>
              </a:lnSpc>
            </a:pPr>
            <a:r>
              <a:rPr b="1" sz="1500">
                <a:solidFill>
                  <a:srgbClr val="1E2761"/>
                </a:solidFill>
                <a:latin typeface="Calibri"/>
              </a:rPr>
              <a:t>GitHub Copilot 기본 기능과의 차별점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250">
                <a:solidFill>
                  <a:srgbClr val="2A3344"/>
                </a:solidFill>
                <a:latin typeface="Calibri"/>
              </a:rPr>
              <a:t>GitHub Copilot의 레포 개요 기능과 ‘분석’ 아이디어는 겹치지만, myapp은 Notion 자동 업로드·이력 관리·권한 통제·배포 파이프라인까지 실제 운영 가능한 형태로 확장했다는 점이 다릅니다.</a:t>
            </a:r>
          </a:p>
        </p:txBody>
      </p:sp>
    </p:spTree>
    <p:extLst>
      <p:ext uri="{BB962C8B-B14F-4D97-AF65-F5344CB8AC3E}">
        <p14:creationId xmlns:p14="http://schemas.microsoft.com/office/powerpoint/2010/main" val="34181549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does Microsoft's largest datacenter look like? - OpenSistemas">
            <a:extLst>
              <a:ext uri="{FF2B5EF4-FFF2-40B4-BE49-F238E27FC236}">
                <a16:creationId xmlns:a16="http://schemas.microsoft.com/office/drawing/2014/main" id="{AB2420E5-18D6-78E8-6E22-91B9A5CC7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965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3B83649-453D-39E9-2710-4FA6C12827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350" y="2667001"/>
            <a:ext cx="11417300" cy="761999"/>
          </a:xfrm>
        </p:spPr>
        <p:txBody>
          <a:bodyPr/>
          <a:lstStyle/>
          <a:p>
            <a:pPr algn="ctr"/>
            <a:r>
              <a:rPr lang="ko-KR" altLang="en-US" sz="4800" dirty="0">
                <a:solidFill>
                  <a:schemeClr val="bg1"/>
                </a:solidFill>
              </a:rPr>
              <a:t>7. 시연</a:t>
            </a:r>
          </a:p>
        </p:txBody>
      </p:sp>
    </p:spTree>
    <p:extLst>
      <p:ext uri="{BB962C8B-B14F-4D97-AF65-F5344CB8AC3E}">
        <p14:creationId xmlns:p14="http://schemas.microsoft.com/office/powerpoint/2010/main" val="3367296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4485;p170">
            <a:extLst>
              <a:ext uri="{FF2B5EF4-FFF2-40B4-BE49-F238E27FC236}">
                <a16:creationId xmlns:a16="http://schemas.microsoft.com/office/drawing/2014/main" id="{B4B6FC02-F2DA-354A-B341-57221D0E20C4}"/>
              </a:ext>
            </a:extLst>
          </p:cNvPr>
          <p:cNvSpPr txBox="1">
            <a:spLocks/>
          </p:cNvSpPr>
          <p:nvPr/>
        </p:nvSpPr>
        <p:spPr>
          <a:xfrm>
            <a:off x="426424" y="302551"/>
            <a:ext cx="113358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135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3700"/>
              <a:buFont typeface="Quattrocento Sans"/>
              <a:buNone/>
            </a:pPr>
            <a:r>
              <a:rPr lang="ko-KR" altLang="en-US" sz="3000" b="1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7. 시연 — 3분 임원 시연 시나리오</a:t>
            </a:r>
            <a:endParaRPr lang="en-US" sz="45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475488" y="182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6FB3"/>
                </a:solidFill>
                <a:latin typeface="Calibri"/>
              </a:rPr>
              <a:t>7. 시연</a:t>
            </a:r>
          </a:p>
        </p:txBody>
      </p:sp>
      <p:graphicFrame>
        <p:nvGraphicFramePr>
          <p:cNvPr id="118" name="Table 117"/>
          <p:cNvGraphicFramePr>
            <a:graphicFrameLocks noGrp="1"/>
          </p:cNvGraphicFramePr>
          <p:nvPr/>
        </p:nvGraphicFramePr>
        <p:xfrm>
          <a:off x="502920" y="1234440"/>
          <a:ext cx="67208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3383280"/>
                <a:gridCol w="2331720"/>
              </a:tblGrid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순서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클릭 / 화면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강조할 KPI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2A3344"/>
                          </a:solidFill>
                          <a:latin typeface="Calibri"/>
                        </a:rPr>
                        <a:t>1 (30초)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2A3344"/>
                          </a:solidFill>
                          <a:latin typeface="Calibri"/>
                        </a:rPr>
                        <a:t>메인 화면, 레포 URL 입력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2A3344"/>
                          </a:solidFill>
                          <a:latin typeface="Calibri"/>
                        </a:rPr>
                        <a:t>URL 하나만 넣으면 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2A3344"/>
                          </a:solidFill>
                          <a:latin typeface="Calibri"/>
                        </a:rPr>
                        <a:t>2 (60초)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2A3344"/>
                          </a:solidFill>
                          <a:latin typeface="Calibri"/>
                        </a:rPr>
                        <a:t>분석 실행 → 결과 미리보기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2A3344"/>
                          </a:solidFill>
                          <a:latin typeface="Calibri"/>
                        </a:rPr>
                        <a:t>20~30분 조사가 수십 초로 단축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2A3344"/>
                          </a:solidFill>
                          <a:latin typeface="Calibri"/>
                        </a:rPr>
                        <a:t>3 (30초)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2A3344"/>
                          </a:solidFill>
                          <a:latin typeface="Calibri"/>
                        </a:rPr>
                        <a:t>생성된 Markdown 리포트 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2A3344"/>
                          </a:solidFill>
                          <a:latin typeface="Calibri"/>
                        </a:rPr>
                        <a:t>출처(URL·SHA·시각) 자동 기록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2A3344"/>
                          </a:solidFill>
                          <a:latin typeface="Calibri"/>
                        </a:rPr>
                        <a:t>4 (30초)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2A3344"/>
                          </a:solidFill>
                          <a:latin typeface="Calibri"/>
                        </a:rPr>
                        <a:t>Notion에 업로드 → 완료 링크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2A3344"/>
                          </a:solidFill>
                          <a:latin typeface="Calibri"/>
                        </a:rPr>
                        <a:t>복사 없이 팀 공유 문서로 전환</a:t>
                      </a:r>
                    </a:p>
                  </a:txBody>
                  <a:tcPr marL="73152" marR="73152" marT="27432" marB="27432" anchor="ctr">
                    <a:solidFill>
                      <a:srgbClr val="F2F5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2A3344"/>
                          </a:solidFill>
                          <a:latin typeface="Calibri"/>
                        </a:rPr>
                        <a:t>5 (30초)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2A3344"/>
                          </a:solidFill>
                          <a:latin typeface="Calibri"/>
                        </a:rPr>
                        <a:t>이력 목록 → 과거 이력 재조회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2A3344"/>
                          </a:solidFill>
                          <a:latin typeface="Calibri"/>
                        </a:rPr>
                        <a:t>과거 분석도 언제든 재조회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9" name="Rounded Rectangle 118"/>
          <p:cNvSpPr/>
          <p:nvPr/>
        </p:nvSpPr>
        <p:spPr>
          <a:xfrm>
            <a:off x="7452360" y="1234440"/>
            <a:ext cx="4251960" cy="3291840"/>
          </a:xfrm>
          <a:prstGeom prst="roundRect">
            <a:avLst>
              <a:gd name="adj" fmla="val 6000"/>
            </a:avLst>
          </a:prstGeom>
          <a:solidFill>
            <a:srgbClr val="F2F5FC"/>
          </a:solidFill>
          <a:ln w="9525">
            <a:solidFill>
              <a:srgbClr val="DB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/>
            <a:r>
              <a:rPr b="1" sz="1500">
                <a:solidFill>
                  <a:srgbClr val="1E2761"/>
                </a:solidFill>
                <a:latin typeface="Calibri"/>
              </a:rPr>
              <a:t>실행 화면 시연 영상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A3344"/>
                </a:solidFill>
                <a:latin typeface="Calibri"/>
              </a:rPr>
              <a:t>dev 환경(k3d, http://localhost:8080)에서 실제로 실행한 화면을 순서대로 재생하는 시연 자료입니다.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200" b="1">
                <a:solidFill>
                  <a:srgbClr val="1E2761"/>
                </a:solidFill>
                <a:latin typeface="Calibri"/>
              </a:rPr>
              <a:t>URL: </a:t>
            </a:r>
            <a:r>
              <a:rPr sz="1100">
                <a:solidFill>
                  <a:srgbClr val="2F6FB3"/>
                </a:solidFill>
                <a:latin typeface="Calibri"/>
              </a:rPr>
              <a:t>https://claude.ai/code/artifact/ae150cfb-eb10-4623-bc3f-d29b2a36d075</a:t>
            </a:r>
          </a:p>
        </p:txBody>
      </p:sp>
      <p:pic>
        <p:nvPicPr>
          <p:cNvPr id="120" name="Picture 119" descr="notion_success_dev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754880"/>
            <a:ext cx="5120640" cy="1239158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502920" y="6048902"/>
            <a:ext cx="5120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i="1">
                <a:solidFill>
                  <a:srgbClr val="4A5B72"/>
                </a:solidFill>
                <a:latin typeface="Calibri"/>
              </a:rPr>
              <a:t>dev 환경 실제 업로드 완료 화면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852160" y="4892040"/>
            <a:ext cx="5852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50">
                <a:solidFill>
                  <a:srgbClr val="4A5B72"/>
                </a:solidFill>
                <a:latin typeface="Calibri"/>
              </a:rPr>
              <a:t>•  실측: dev run_all.ps1 8단계(10 전제조건 ~ 80 검증) 전부 Pass, stg(AKS+Argo CD) 재현 배포도 검증 완료</a:t>
            </a:r>
          </a:p>
        </p:txBody>
      </p:sp>
    </p:spTree>
    <p:extLst>
      <p:ext uri="{BB962C8B-B14F-4D97-AF65-F5344CB8AC3E}">
        <p14:creationId xmlns:p14="http://schemas.microsoft.com/office/powerpoint/2010/main" val="34181549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1982" y="1816971"/>
            <a:ext cx="6892464" cy="2998220"/>
          </a:xfrm>
          <a:prstGeom prst="rect">
            <a:avLst/>
          </a:prstGeom>
        </p:spPr>
      </p:pic>
      <p:sp>
        <p:nvSpPr>
          <p:cNvPr id="6" name="AutoShape 2" descr="Agenda"/>
          <p:cNvSpPr>
            <a:spLocks noChangeAspect="1" noChangeArrowheads="1"/>
          </p:cNvSpPr>
          <p:nvPr/>
        </p:nvSpPr>
        <p:spPr bwMode="auto">
          <a:xfrm>
            <a:off x="1112653" y="-1691292"/>
            <a:ext cx="5007373" cy="5007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2835" tIns="36417" rIns="72835" bIns="36417" numCol="1" anchor="t" anchorCtr="0" compatLnSpc="1">
            <a:prstTxWarp prst="textNoShape">
              <a:avLst/>
            </a:prstTxWarp>
          </a:bodyPr>
          <a:lstStyle/>
          <a:p>
            <a:pPr defTabSz="495288">
              <a:defRPr/>
            </a:pPr>
            <a:endParaRPr lang="ko-KR" altLang="en-US" sz="1434">
              <a:solidFill>
                <a:srgbClr val="060F18"/>
              </a:solidFill>
              <a:latin typeface="맑은 고딕" panose="020F0502020204030204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4494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사용자 지정 2">
      <a:dk1>
        <a:srgbClr val="1E1E1E"/>
      </a:dk1>
      <a:lt1>
        <a:srgbClr val="FFFFFF"/>
      </a:lt1>
      <a:dk2>
        <a:srgbClr val="1E44E6"/>
      </a:dk2>
      <a:lt2>
        <a:srgbClr val="F5F5F5"/>
      </a:lt2>
      <a:accent1>
        <a:srgbClr val="D2D2D2"/>
      </a:accent1>
      <a:accent2>
        <a:srgbClr val="A5A5A5"/>
      </a:accent2>
      <a:accent3>
        <a:srgbClr val="787878"/>
      </a:accent3>
      <a:accent4>
        <a:srgbClr val="D2E5FA"/>
      </a:accent4>
      <a:accent5>
        <a:srgbClr val="A5C9F1"/>
      </a:accent5>
      <a:accent6>
        <a:srgbClr val="3B5CE9"/>
      </a:accent6>
      <a:hlink>
        <a:srgbClr val="1D1D1D"/>
      </a:hlink>
      <a:folHlink>
        <a:srgbClr val="1D1D1D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00FD1BD17DE634E9A8E0E3F663862AB" ma:contentTypeVersion="14" ma:contentTypeDescription="새 문서를 만듭니다." ma:contentTypeScope="" ma:versionID="091a25ff2893b08f03ec0ca60b21545d">
  <xsd:schema xmlns:xsd="http://www.w3.org/2001/XMLSchema" xmlns:xs="http://www.w3.org/2001/XMLSchema" xmlns:p="http://schemas.microsoft.com/office/2006/metadata/properties" xmlns:ns2="0453aa2e-a92a-45be-9679-87a81ba7287f" xmlns:ns3="be620577-cb61-4fde-a926-960ffddef112" targetNamespace="http://schemas.microsoft.com/office/2006/metadata/properties" ma:root="true" ma:fieldsID="1e50ba95cad231b3f6e56851744335f1" ns2:_="" ns3:_="">
    <xsd:import namespace="0453aa2e-a92a-45be-9679-87a81ba7287f"/>
    <xsd:import namespace="be620577-cb61-4fde-a926-960ffddef11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53aa2e-a92a-45be-9679-87a81ba728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4835697e-aec6-44bb-8538-cb618dd564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620577-cb61-4fde-a926-960ffddef112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d0096d2-7a89-46e3-b72d-7477d72f04d9}" ma:internalName="TaxCatchAll" ma:showField="CatchAllData" ma:web="be620577-cb61-4fde-a926-960ffddef11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620577-cb61-4fde-a926-960ffddef112" xsi:nil="true"/>
    <lcf76f155ced4ddcb4097134ff3c332f xmlns="0453aa2e-a92a-45be-9679-87a81ba7287f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010DFD2-84A8-4D90-AC6A-5AC691C0F7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53aa2e-a92a-45be-9679-87a81ba7287f"/>
    <ds:schemaRef ds:uri="be620577-cb61-4fde-a926-960ffddef11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5D82E5D-0E06-4C76-ABF8-6BDF72772B20}">
  <ds:schemaRefs>
    <ds:schemaRef ds:uri="http://schemas.microsoft.com/office/2006/metadata/properties"/>
    <ds:schemaRef ds:uri="http://schemas.microsoft.com/office/infopath/2007/PartnerControls"/>
    <ds:schemaRef ds:uri="be620577-cb61-4fde-a926-960ffddef112"/>
    <ds:schemaRef ds:uri="0453aa2e-a92a-45be-9679-87a81ba7287f"/>
  </ds:schemaRefs>
</ds:datastoreItem>
</file>

<file path=customXml/itemProps3.xml><?xml version="1.0" encoding="utf-8"?>
<ds:datastoreItem xmlns:ds="http://schemas.openxmlformats.org/officeDocument/2006/customXml" ds:itemID="{27D114E7-B4CF-4449-90F0-AD3DA8AC289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2380</TotalTime>
  <Words>12</Words>
  <Application>Microsoft Office PowerPoint</Application>
  <PresentationFormat>와이드스크린</PresentationFormat>
  <Paragraphs>8</Paragraphs>
  <Slides>6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System Font Regular</vt:lpstr>
      <vt:lpstr>맑은 고딕</vt:lpstr>
      <vt:lpstr>Arial</vt:lpstr>
      <vt:lpstr>Calibri</vt:lpstr>
      <vt:lpstr>Quattrocento Sans</vt:lpstr>
      <vt:lpstr>Office Theme</vt:lpstr>
      <vt:lpstr>think-cell Slide</vt:lpstr>
      <vt:lpstr>PowerPoint 프레젠테이션</vt:lpstr>
      <vt:lpstr>소주제</vt:lpstr>
      <vt:lpstr>PowerPoint 프레젠테이션</vt:lpstr>
      <vt:lpstr>소주제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서경진</cp:lastModifiedBy>
  <cp:revision>106</cp:revision>
  <dcterms:created xsi:type="dcterms:W3CDTF">2020-11-29T07:01:51Z</dcterms:created>
  <dcterms:modified xsi:type="dcterms:W3CDTF">2023-07-24T22:20:57Z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0x010100000FD1BD17DE634E9A8E0E3F663862AB</vt:lpwstr>
  </property>
</Properties>
</file>